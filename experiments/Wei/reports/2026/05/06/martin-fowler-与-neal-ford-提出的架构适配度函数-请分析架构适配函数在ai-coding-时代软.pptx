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00300"/>
            <a:ext cx="1371600" cy="5486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107259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架构适配度函数在 AI Coding 时代的软件工程意义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977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CC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Martin Fowler &amp; Neal Ford 提出 ｜ 从演化架构到 AI 治理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6634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2026-05-06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7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 Insight Agent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TL;DR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725912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架构适配度函数将质量属性转为自动化测试，形成持续验证架构决策的“防护栏”。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在 AI 生成代码规模剧增的背景下，人工审查已无法保障架构一致性，适配度函数成为规模化治理的唯一手段。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将架构从静态文档变为可执行的治理引擎，结合 CI/CD 与运行时监控，守住非功能需求底线。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300984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3300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40-60%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3300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辅助代码生成量提升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06824" y="1371600"/>
            <a:ext cx="3300984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4306824" y="1463040"/>
            <a:ext cx="3300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12-18%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306824" y="1920240"/>
            <a:ext cx="3300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生成片段架构违规率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82128" y="1371600"/>
            <a:ext cx="3300984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7882128" y="1463040"/>
            <a:ext cx="3300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&lt;200 ms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882128" y="1920240"/>
            <a:ext cx="3300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ArchUnit 扫描 500+ 类耗时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3300984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60320"/>
            <a:ext cx="3300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300-500 ms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1520" y="3017520"/>
            <a:ext cx="3300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 Python AST 扫描耗时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1：自动量化门禁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架构适配度函数将“-ilities”转化为 CI/CD 流水线中可自动执行的确定性检查。以 ArchUnit 为例，编写分层依赖规则，每次构建扫描上千个文件，若领域层意外依赖基础设施层则立即失败。这种毫秒级检查在所有代码变更（包括 AI 生成代码）中强制实施架构决策，弥补人工 Code Review 的盲区，使架构治理不再依赖人的纪律性，而是内嵌到交付管道中。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ArchUnit 分层依赖检查示例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725912" cy="3657600"/>
          </a:xfrm>
          <a:prstGeom prst="roundRect">
            <a:avLst>
              <a:gd name="adj" fmla="val 2500"/>
            </a:avLst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88720"/>
            <a:ext cx="10177272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@AnalyzeClasses(packages = "com.example")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LayerDependencyTest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@ArchTest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final ArchRule domainMustNotDependOnInfrastructure = classes()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.that().resideInAPackage("..domain..")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.should().onlyDependOnClassesThat()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.resideInAnyPackage("..domain..", "java..", "org.apache.commons..");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2：AI 安全网范式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编程工具因缺乏架构语义理解，常引入分层违规、循环依赖等问题。适配度函数充当“安全网”：开发者接受 AI 建议后，pre-commit hook 或 CI 立即运行架构检查，形成秒级反馈闭环。治理模式从“预防性规范”转向“检测性自治”，这正是 Ford 倡导的适应度函数驱动开发（FFDD）在 AI 代际的真正落地。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性能适配度函数示例（Python）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725912" cy="3657600"/>
          </a:xfrm>
          <a:prstGeom prst="roundRect">
            <a:avLst>
              <a:gd name="adj" fmla="val 2500"/>
            </a:avLst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88720"/>
            <a:ext cx="10177272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@pytest.mark.fitness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test_p99_latency_under_200ms():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metrics = fetch_metrics(prometheus_url,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"histogram_quantile(0.99, http_request_duration_seconds_bucket)")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metrics["data"]["result"][0]["value"][1] &lt; 0.2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3：多维置信度模型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静态代码分析型：AST 规则、依赖图计算，守护代码结构。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运行时监控型：Prometheus 指标、分布式追踪延迟阈值，实时验证性能与韧性。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混沌工程型：故障注入后验证恢复时间，如断路器强制打开规则。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三层适配度函数（结构层、制品层、运行时层）组成可量化的架构置信度分数，精确衡量 AI 代码变更对系统质量的影响。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技术对比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10725912" cy="914400"/>
        </p:xfrm>
        <a:graphic>
          <a:graphicData uri="http://schemas.openxmlformats.org/drawingml/2006/table">
            <a:tbl>
              <a:tblPr/>
              <a:tblGrid>
                <a:gridCol w="2145182"/>
                <a:gridCol w="2145182"/>
                <a:gridCol w="2145182"/>
                <a:gridCol w="2145182"/>
                <a:gridCol w="214518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方案 / 工具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核心特点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优势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劣势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适用场景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ArchUnit (Java)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Fluent API 检查包依赖、分层、注解；集成 JUnit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表达力强、扫描快、规则可版本化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仅限 JVM；动态规则需额外工具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分层架构、六边形架构约束验证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NetArchTest (.NET)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Fluent API 检查 .NET 程序集依赖；集成 xUnit/NUnit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完美适配 .NET 生态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仅限 .NET；缺乏运行时监控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强制 Clean Architecture 依赖方向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自定义 Fitness Functions + CI Pipeline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Python/Bash/Go + AST 解析、正则、API 调用；集成 Actions/Jenkins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极致灵活，跨语言，可混合静/动态检查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自维护解析器，初始成本高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多语言仓库、微服务统一门禁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ArchGuard (开源)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多语言架构治理平台，结构/依赖分析，Web 可视化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多语言，降低门槛，分析数据库与 API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部署复杂，规则定制灵活性较低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大规模企业代码库持续治理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发展时间线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188720" y="1097280"/>
            <a:ext cx="27432" cy="41605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" y="1188720"/>
            <a:ext cx="146304" cy="146304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143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2017-09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1143000"/>
            <a:ext cx="8714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《Building Evolutionary Architectures》第一版出版，首次定义架构适配度函数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24712" y="1783080"/>
            <a:ext cx="146304" cy="146304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737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2017-12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1737360"/>
            <a:ext cx="8714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ArchUnit 0.4.0 发布，Java 生态首个架构测试库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24712" y="2377440"/>
            <a:ext cx="146304" cy="146304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2019-03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2331720"/>
            <a:ext cx="8714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ThoughtWorks 技术雷达将适配度函数列入“采用”象限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24712" y="2971800"/>
            <a:ext cx="146304" cy="146304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2926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2021-06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2926080"/>
            <a:ext cx="8714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NetArchTest 1.0 发布，填补 .NET 空白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24712" y="3566160"/>
            <a:ext cx="146304" cy="146304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1463040" y="3520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2022-09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3520440"/>
            <a:ext cx="8714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Copilot 企业开放，社区开始探讨用适配度函数治理 AI 代码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24712" y="4160520"/>
            <a:ext cx="146304" cy="146304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4114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2023-05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60320" y="4114800"/>
            <a:ext cx="8714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《Building Evolutionary Architectures》第二版更新，增加 FFDD 章节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124712" y="4754880"/>
            <a:ext cx="146304" cy="146304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146304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60320" y="4709160"/>
            <a:ext cx="8714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CI/CD 平台出现架构 Fitness 预置模板，ArchGuard 集成 AI 代码审查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趋势与展望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预验证融合：未来 AI 编程工具本地运行项目适配度函数，仅展示通过检查的候选代码。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自愈式架构：适配度函数不仅能报错，还能自动修复模块依赖、插入中间层。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辅助生成规则：输入自然语言约束，大模型自动生成 ArchUnit / pytest 规则，降低编写门槛。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实时架构监控：结合 OpenTelemetry 与 eBPF，动态耦合度指标触发告警或自动扩容。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架构合规即服务：标准化适配度函数集合，提供可比较的开源项目架构成熟度认证。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可行动建议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最小可行门禁：选择一条易违规架构规则（如分层依赖），用 ArchUnit/NetArchTest 实现，先警告后强制。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分层适配体系：pre-commit 轻量检查(&lt;2s)，CI 完整验证，Staging 运行时监控，目录化存储规则。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生成可观测性：标记 AI 生成代码，在 CI 中统计违规率与覆盖率，用 Grafana 展示趋势。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定期架构演习：让 LLM 生成故意违规代码，隔离环境运行适配度函数，验证漏检率。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流程化维护：每个 ADR 必须包含适配度函数，PR 模板增加“架构影响”栏，自动校对一致性。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0076" y="2194560"/>
            <a:ext cx="1828800" cy="457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4688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Insight Agent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2519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8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2026-05-06  ·  $0.0567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Martin Fowler 与 Neal Ford 提出的架构适配度函数，请分析架构适配函数在AI coding 时代软件工程中的意义</dc:title>
  <dc:subject>PptxGenJS Presentation</dc:subject>
  <dc:creator>DeepDive Insight Agent</dc:creator>
  <cp:lastModifiedBy>DeepDive Insight Agent</cp:lastModifiedBy>
  <cp:revision>1</cp:revision>
  <dcterms:created xsi:type="dcterms:W3CDTF">2026-05-06T08:44:35Z</dcterms:created>
  <dcterms:modified xsi:type="dcterms:W3CDTF">2026-05-06T08:44:35Z</dcterms:modified>
</cp:coreProperties>
</file>