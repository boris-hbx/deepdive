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400300"/>
            <a:ext cx="1371600" cy="54864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72591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请对2026年RSAC 创新沙盒十强公司进行分析，并对每个公司的创新点涉及的其他公司对对比分析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46634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6309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7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 Insight Agent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核心发现与背景说明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当前搜索未找到2026年RSAC创新沙盒十强公司的具体名单及每家公司的详细技术信息。公开可用的素材主要集中于大会整体报道、参展企业全景分析和行业趋势讨论，包括AI Agent安全、AI SOC、零信任扩展、软件供应链安全、后量子密码等方向（[[RSAC 2026聚焦AI Agent安全]](https://zhuanlan.zhihu.com/p/2027075760968482843)、[[RSAC 2026前瞻]](https://news.qq.com/rain/a/20260323A027HZ00)、[[RSAC 2026 | Agent安全与AI SOC]](https://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2026年RSAC创新沙盒评委倾向与产业技术风向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AI安全与AI自身的安全（AI Security &amp; Secure AI）：从AI模型安全、AI Agent行为控制到AI生成的攻击面管理。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身份安全与访问管理的AI重构：动态授权、无凭证身份治理、非人类身份（NHI）安全。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软件供应链安全（SSCS）2.0：超越SBOM，覆盖构建管道安全、依赖关系风险预测和补救优先级。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云原生安全与数据安全姿态管理（DSPM）的融合：在混合云、多云环境中实施统一的数据风险可视化与动态策略。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OT/IoT/IT融合安全：制造业、关键基础设施的暴露管理与微隔离。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后量子密码（PQC）迁移工具：帮助企业发现、评估和自动化迁移加密资产。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逐类赛道技术架构与竞争对比分析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直接竞争：Symmetry Systems（专注数据流和AI身份）、Lasso Security（LLM安全网关）。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间接竞争：Wiz等CNAPP厂商正在扩展AI安全态势管理模块。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目标客户与阶段：早期采用者，主要为已部署内部AI Agent的科技公司。商业模式以SaaS订阅按Agent数量计费。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技术实现与差异化：头部创企走实时拦截路由，平台型厂商倾向于只做可见性和告警。创企的差异化在于低延迟、高准确度的意图分析模型。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直接竞争：Astrix Security、Oasis Security。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间接竞争：CyberArk、HashiCorp Vault（偏向凭证保管库，缺乏自动发现和关系分析）。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关键洞察：技术落地性与规模化挑战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安全预算收缩下的POC陷阱：许多AI原生安全产品能吸引大量POC，但转化为实际采购困难，因为企业优先采购整合平台以减少供应商数量。创企必须证明“可衡量的风险降幅”或“自动化带来的FTE节省”。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产品成熟度与责任界定：AI Agent自主操作SOCs、修改防火墙规则的行为，一旦发生误操作，责任和保险问题没有法律先例。这可能导致客户采取极端保守的部署模式，仅使用推荐模式而非自动响应。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平台型厂商的吸收风险：微软、CrowdStrike、Palo Alto Networks、Wiz等快速复制创新沙盒的功能。独立厂商的唯一出路是通过技术架构的不可替代性（如必须跨平台访问的数据图、必须在各厂商工具间编排的AI工作流）来构建护城河，或寻求被收购。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集成复杂度：很多公司声称支持“一键集成200+工具”，但实际上每个集成的深度和质量参差不齐，这成为售后支持的黑洞。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合规与监管套利：AI安全、后量子加密等领域的法规不确定性可能延缓采用，但也为先行者创造教育市场的机会。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C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落地建议与未来展望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725912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对安全厂商的启示：2026年的赢家将是那些能够用AI解决“肮脏、困难、枯燥”的安全运维工作，同时又提供完整“human on the loop”保障的厂商。避免空谈“AI驱动”，应聚焦到具体用例（如“AI自动生成可合并的修复PR”、“AI在3分钟内从5000条告警中找出3条关键事件并完成70%的调查”）。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对投资者的建议：关注那些数据网络效应强、能建立实时威胁图（Identity Graph, Code Graph, Asset Graph）的公司。一旦图数据跨过临界点，平台厂商难以短期复制。关注“AI安全”和“安全AI化”两个维度的交点。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趋势演进预判：未来18个月，创新沙盒中的AI安全公司将分化为两条路径：一是被大型平台收购作为内置AI安全模块；二是成为跨平台的“AI安全中立层”（类似Gigamon在可视化层的角色）。软件供应链安全将超越SBOM，进入“依赖项智能”阶段，与AI风险评估深度融合。后量子密码迁移将从2027年开始加速，前期以咨询和评估服务带动产品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C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194560"/>
            <a:ext cx="1828800" cy="45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DeepDive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Insight Agent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2026-05-09  ·  模型: DeepSeek  ·  $0.0000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请对2026年RSAC 创新沙盒十强公司进行分析，并对每个公司的创新点涉及的其他公司对对比分析</dc:title>
  <dc:subject>PptxGenJS Presentation</dc:subject>
  <dc:creator>DeepDive Insight Agent</dc:creator>
  <cp:lastModifiedBy>DeepDive Insight Agent</cp:lastModifiedBy>
  <cp:revision>1</cp:revision>
  <dcterms:created xsi:type="dcterms:W3CDTF">2026-05-10T02:25:15Z</dcterms:created>
  <dcterms:modified xsi:type="dcterms:W3CDTF">2026-05-10T02:25:15Z</dcterms:modified>
</cp:coreProperties>
</file>