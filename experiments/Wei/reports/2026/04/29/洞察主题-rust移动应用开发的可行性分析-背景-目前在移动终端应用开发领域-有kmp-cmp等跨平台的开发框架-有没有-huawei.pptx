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00300"/>
            <a:ext cx="13716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移动应用开发的可行性分析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KMP/CMP 共存: 高性能底层引擎的机遇与挑战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性能与安全性绝对优势：无 GC、无数据竞争，适合 CPU/IO 密集型场景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生态位是底层引擎而非全栈框架，恰好补足 KMP 的性能短板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AI 辅助开发大幅降低 FFI 绑定门槛，开发体验发生质变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与 KMP/CMP 共生形成 “Rust 引擎 + KMP 胶水 + Native UI” 分层架构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移动跨平台的新挑战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Native、Flutter、KMP/CMP 等框架提升了 UI 与逻辑共享效率，但在实时音视频、端侧 AI 推理、加密计算和低延迟协议处理中，受限于 GC 停顿、单线程模型和桥接序列化开销，性能天花板明显。Rust 凭借无 GC、零成本抽象和编译期内存安全，成为突破这些瓶颈的候选技术。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跨平台方案性能对比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KMP/CMP (Kotlin Native)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Flutter (Dart)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React Native (JS)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Rust 核心库模式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运行机制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编译原生代码，增量 GC，可能暂停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自带引擎，Dart VM GC，UI 独立线程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单线程 JS，异步队列，桥接序列化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编译裸机码，所有权模型，无 GC 停顿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极致性能场景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大量对象时 GC 暂停，逃逸分析有限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高帧率下 GC 易导致 UI 丢帧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Bridge 开销大，大数据流性能最差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无 GC、编译期并发优化，纳秒级 FFI 调用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并发模型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协程，共享可变状态仍存数据竞争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Isolate 隔离，跨区通信成本高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异步单线程，长任务卡死 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所有权检查杜绝数据竞争，高并发无锁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FFI 层与互操作性：AI 带来的破局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传统痛点：手写大量 extern "C" 函数，手动映射复杂结构为指针，易造成内存泄漏或悬垂指针。UniFFI 方案：通过 .udl 接口定义，自动生成 Kotlin 和 Swift 原生绑定。AI 工具现已能根据 Rust 源码推导并生成 UDL 文件，将数天的手写绑定压缩至几分钟。Rust 可伪装成标准 KMP 依赖库，与 KMP 无缝协作。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生态与可维护性现实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生态极度匮乏：Dioxus、egui 等移动端体验未达生产级，UI 必须回归原生 (SwiftUI/Compose)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调试与热重载：缺少 Flutter DevTools 级可视化工具，多依赖 LLDB 命令行或远程调试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编译时长：宏展开增加时间，但借助 sccache 与增量编译，核心库重编译可控制在秒级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关键性能数据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纳秒级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FFI 调用开销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06824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306824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数天 → 分钟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06824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绑定效率提升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82128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882128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完全消除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82128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 停顿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核心库增量编译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推荐切入场景清单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 AI 推理：用 tract 或 burn.rs 运行 ONNX 模型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网络引擎：用 quinn (QUIC) + rustls 替换 HTTP/TLS 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数字版权与编解码：核心 E2E 加密库或自定义音视频解码器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存储与数据库：使用 redb/sled 编写嵌入式 DB 适配层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推荐架构分层模型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核心契约层：定义 .udl 接口，AI 辅助生成 Rust 骨架及绑定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Rust 逻辑内核：专注高性能计算，编译为 .so/.a 静态库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KMP/CMP 胶水层：commonMain 通过 expect 调用 Rust，处理容器转换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UI 层：Android Compose / iOS SwiftUI 直接消费 Rust 计算的干净数据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AI 弥合开发体验鸿沟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为团队搭建包含典型 Rust 移动开发场景（UniFFI 接口定义、C-ABI 内存布局）的 AI 提示词库。建立 Rust 核心库自动化 CI：推送代码后自动执行 cargo test、iOS/Android 交叉编译，确保交付物直接对接到移动工程，让 Kotlin/Swift 开发者无感使用 Rust 产物。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决策矩阵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5362956"/>
                <a:gridCol w="536295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现状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建议策略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已有 KMP 项目，部分模块性能不足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最佳切入点：将 Rust 下沉为底层引擎，通过 UniFFI 接入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纯原生开发，无跨平台计划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用 Rust 封装核心算法，双端复用，避免逻辑重写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寻求全栈替代 Flutter/RN 的方案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暂不建议，Rust UI 生态需 3-5 年成熟，初期成本极高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初创团队，寻求 DeepTech 卖点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非常适合，Rust 既是技术壁垒也是招聘杠杆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714500"/>
            <a:ext cx="54864" cy="20574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1645920" y="1714500"/>
            <a:ext cx="9811512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 已经能相当准确地自动生成 UniFFI 绑定、C-ABI 层代码及安全封装，使得‘Rust 逻辑库 + Native UI’的开发效率正在发生质变。"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45920" y="41148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LLM 辅助分析核心发现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2026-04-29  ·  模型: DeepSeek  ·  $0.0000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洞察主题：Rust移动应用开发的可行性分析，背景：目前在移动终端应用开发领域，有KMP/CMP等跨平台的开发框架，有没有可能用Rust来开发跨平台的移动应用，有哪些优势，有哪些挑战。</dc:title>
  <dc:subject>PptxGenJS Presentation</dc:subject>
  <dc:creator>DeepDive Insight Agent</dc:creator>
  <cp:lastModifiedBy>DeepDive Insight Agent</cp:lastModifiedBy>
  <cp:revision>1</cp:revision>
  <dcterms:created xsi:type="dcterms:W3CDTF">2026-04-29T03:40:48Z</dcterms:created>
  <dcterms:modified xsi:type="dcterms:W3CDTF">2026-04-29T03:40:48Z</dcterms:modified>
</cp:coreProperties>
</file>