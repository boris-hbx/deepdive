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00300"/>
            <a:ext cx="13716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时代软件工程中的skill工程能力建设方向分析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46634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工程正在从"提示词拼接"走向"模块化能力编排"，成为 AI Agent 时代软件工程的核心基础设施层。掌握 Skill 的定义、组合、评估与治理能力，将决定团队能否从"调用大模型"跃迁到"构建可靠 AI 原生系统"。当前行业处于 Skill 工程的标准化前夜，率先建立内部 Skill 资产体系的团队将获得显著的工程效率复利。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从单点调用到编排链路：Skill Engineering 要求开发者思考 Skill 之间的依赖关系、数据流转、错误传播和回退策略。LangGraph 的状态机模型、CrewAI 的角色协作模型都是编排层的实践。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从自然语言到形式化契约：OpenAI 的 Function Calling JSON Schema、Anthropic 的 Tool Use 规范、Google 的 Vertex AI Extensions 规范，都在推动 Skill 接口的形式化。这使得 Skill 可以被静态分析、自动化测试和类型检查。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从个人经验到组织资产：优秀的 Prompt 往往存在于个人笔记中，而 Skill 通过标准化封装进入组织的能力资产库，可被发现、复用和持续优化。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Microsoft Semantic Kernel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LangChain / LangGraph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OpenAI Function Calling + Assistants API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Anthropic Tool Use (MCP)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Google Vertex AI Extensions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核心特点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企业级 Skill 编排框架，强类型 Skill 定义，内置 Planner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社区驱动的 Agent 工具链，Chain/Graph 双模型，生态最丰富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原生 Function Calling 能力，Assistants API 提供有状态 Agent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Model Context Protocol 开放标准，强调工具互操作性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云原生 Extensions 体系，与 Google Cloud 深度集成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Skill 定义方式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@kernel_function 装饰器 + 语义描述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@tool 装饰器 / Tool 类 / StructuredTool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JSON Schema 定义函数签名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JSON Schema + MCP Server 协议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OpenAPI Spec 扩展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编排能力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内置 Handlebars/Stepwise Planner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LangGraph 状态机，支持循环、条件、人机交互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Assistants API 内置 Run Loop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依赖外部编排层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Vertex AI Agent Builder 可视化编排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优势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C#/.NET 生态一等支持；企业级安全与合规；与 Azure 深度集成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生态最大，工具集最丰富；Python 优先；社区活跃迭代快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模型原生支持，延迟最低；无需额外框架依赖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开放协议，厂商中立；支持本地/远程 Skill 统一接入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与 BigQuery/Cloud Storage 等 GCP 服务无缝集成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劣势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Python 支持相对滞后；社区规模较小；学习曲线陡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抽象层过多导致调试困难；版本间 Breaking Change 频繁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绑定 OpenAI 生态；编排能力有限；有状态管理较弱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生态尚在早期；工具链不够成熟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绑定 GCP；开源社区参与度低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(5/6 rows)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发展时间线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2022-11 OpenAI 发布 ChatGPT，Prompt Engineering 概念爆发，开发者开始系统性地研究如何构造有效提示词，为 Skill 工程奠定认知基础。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2023-03 LangChain 发布 Agents 模块和 Tools 抽象，首次在开源社区中将"工具调用"标准化为 Agent 的核心能力单元，Skill 的工程化封装开始萌芽。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2023-06 OpenAI 发布 Function Calling 能力，模型原生支持结构化工具调用，JSON Schema 成为 Skill 接口定义的事实标准，标志着 Skill 从"Prompt Hack"走向"形式化契约"。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2023-07 Microsoft 开源 Semantic Kernel 1.0，明确提出 Skill/Plugin 概念体系，将 Skill 的注册、发现、编排作为框架一等公民，企业级 Skill 工程实践开始落地。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2023-11 OpenAI 发布 Assistants API 和 GPTs 平台，用户可通过配置方式创建具备特定 Skill 集合的 Agent，Skill 的"低代码化"组装成为可能。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2024-01 LangChain 发布 LangGraph，引入状态机模型处理复杂 Skill 编排，支持循环、条件分支和人机协作节点，Skill 编排从线性 Chain 进化到有向图。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MCP 协议将推动 Skill 互操作标准的统一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当前各框架的 Skill 定义格式互不兼容，MCP 的出现类似于 REST 之于 Web API 的意义。预计未来 12-18 个月内，主流 Agent 框架将普遍支持 MCP 作为 Skill 的互操作层，Skill 的"Write Once, Run Anywhere"将逐步实现。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Skill 评估体系将从"人工抽检"走向"自动化持续评估"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 LLM-as-Judge 技术的成熟和评估基准（如 BFCL、ToolBench）的完善，Skill 的质量评估将嵌入 CI/CD 流水线。每次 Skill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建立内部 Skill 资产目录，从"散落的 Prompt"到"可管理的 Skill 库"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立即盘点团队中已有的 AI 调用模式（Prompt 模板、Tool 定义、API 封装），按统一的 Schema（建议参考 MCP 或 OpenAI Function Calling 格式）重新封装为标准化 Skill。使用内部 Registry（可基于 Git Repo + 元数据索引）进行集中管理。第一步不求完美，先做到"可发现、可复用"。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 CI/CD 中引入 Skill 质量门禁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 Skill 编写评估用例集（Eval Dataset），包含典型输入、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来源与参考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 Kernel Documentation — Microsoft 官方 Skill/Plugin 架构设计文档，Skill 工程的企业级参考实现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 Tools Documentation — LangChain 工具定义与使用指南，社区最广泛采用的 Skill 封装方式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Function Calling Guide — OpenAI 官方 Function Calling 文档，Skill 接口形式化的事实标准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Context Protocol Specification — Anthropic 主导的 MCP 开放协议规范，Skill 互操作性的关键标准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Documentation — LangGraph 状态机编排框架文档，复杂 Skill 编排的技术参考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Berkeley Function Calling Leaderboard (BFCL) — UC Berkeley 的函数调用能力评测排行榜，评估模型 Skill 调用准确性的权威基准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  ·  模型: claude  ·  $0.0690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时代软件工程中的skill工程能力建设方向分析</dc:title>
  <dc:subject>PptxGenJS Presentation</dc:subject>
  <dc:creator>DeepDive Insight Agent</dc:creator>
  <cp:lastModifiedBy>DeepDive Insight Agent</cp:lastModifiedBy>
  <cp:revision>1</cp:revision>
  <dcterms:created xsi:type="dcterms:W3CDTF">2026-05-10T02:25:29Z</dcterms:created>
  <dcterms:modified xsi:type="dcterms:W3CDTF">2026-05-10T02:25:29Z</dcterms:modified>
</cp:coreProperties>
</file>