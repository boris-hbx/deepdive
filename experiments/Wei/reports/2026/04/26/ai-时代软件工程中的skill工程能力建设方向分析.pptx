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时代软件工程中的skill工程能力建设方向分析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技能工程 · AI智能体 · 能力编排 · 大模型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工程正在从"提示词拼接"走向"模块化能力编排"，成为 AI Agent 时代软件工程的核心基础设施层。掌握 Skill 的定义、组合、评估与治理能力，将决定团队能否从"调用大模型"跃迁到"构建可靠 AI 原生系统"。当前行业处于 Skill 工程的标准化前夜，率先建立内部 Skill 资产体系的团队将获得显著的工程效率复利。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### 发现 1：Skill 工程是 AI Agent 架构的"微服务化"拐点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在传统软件工程中，微服务将单体应用拆解为可独立部署的服务单元；在 AI 原生架构中，Skill 扮演着完全类似的角色——它是 Agent 可调用的最小能力原子。一个 Skill 通常包含四个要素：意图声明（Intent Schema）、输入输出契约（I/O Contract）、执行逻辑（Runtime Logic） 和 上下文依赖描述（Context Dependency）。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Microsoft Semantic Kernel 为例，一个 Skill 由多个 Function 组成，每个 Function 通过 @kernel_function 装饰器声明其语义描述、参数类型和返回值。Agent 的 Planner 根据用户意图，从 Skill 注册表中检索并编排合适的 Function 链。这与 Kubernetes 中 Service Mesh 的服务发现机制高度同构。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关键技术挑战在于 Skill 的语义可发现性：当 Skill 数量从几十个增长到数百个时，如何让 Planner 准确匹配意图？当前主流方案包括基于 Embedding 的语义检索、基于 Few-shot 的动态示例注入、以及基于 Tool-use Fine-tuning 的模型内化。实践表明，Skill 描述的质量（而非数量）是系统可靠性的第一瓶颈。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2：Skill 的生命周期管理正在成为新的工程学科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不是写完就丢的 Prompt 片段，它需要完整的生命周期管理：设计 → 实现 → 测试 → 注册 → 版本控制 → 监控 → 退役。这与传统 API 生命周期管理几乎一一对应，但增加了 AI 特有的复杂性。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测试层面：Skill 的输出具有非确定性，传统的断言式测试（assertEqual）不再适用。业界正在探索三类测试范式——基于 LLM-as-Judge 的语义评估（如 DeepEval、Ragas）、基于统计分布的漂移检测、以及基于人类偏好的 RLHF 式评估。OpenAI 的 Evals 框架和 Anthropic 的 Model Eval 工具链代表了这一方向。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版本控制层面：Skill 的变更不仅包括代码逻辑变更，还包括 Prompt 模板变更、依赖模型版本变更、上下文窗口策略变更。PromptFlow、LangSmith 等平台开始提供 Skill 级别的版本追踪和 A/B 测试能力，但尚未形成行业统一标准。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治理层面：当多个团队共建 Skill 资产库时，命名冲突、能力重叠、权限控制等问题浮现。部分先行企业已开始设立"Skill 平台团队"，类似于传统的 API 平台团队，负责 Skill 的审核、分类和质量门禁。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3：从 Prompt Engineering 到 Skill Engineering 的范式跃迁已经发生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Engineering 关注的是"如何让单次 LLM 调用产出更好的结果"，而 Skill Engineering 关注的是"如何将 AI 能力封装为可组合、可复用、可治理的工程资产"。这是一个从手工作坊到工业化生产的质变。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具体体现在三个维度的升级：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从单点调用到编排链路：Skill Engineering 要求开发者思考 Skill 之间的依赖关系、数据流转、错误传播和回退策略。LangGraph 的状态机模型、CrewAI 的角色协作模型都是编排层的实践。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从自然语言到形式化契约：OpenAI 的 Function Calling JSON Schema、Anthropic 的 Tool Use 规范、Google 的 Vertex AI Extensions 规范，都在推动 Skill 接口的形式化。这使得 Skill 可以被静态分析、自动化测试和类型检查。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从个人经验到组织资产：优秀的 Prompt 往往存在于个人笔记中，而 Skill 通过标准化封装进入组织的能力资产库，可被发现、复用和持续优化。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 (1/2)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Microsoft Semantic Kernel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LangChain / LangGraph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OpenAI Function Calling + Assistants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Anthropic Tool Use (MCP)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Google Vertex AI Extensions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企业级 Skill 编排框架，强类型 Skill 定义，内置 Planner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社区驱动的 Agent 工具链，Chain/Graph 双模型，生态最丰富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原生 Function Calling 能力，Assistants API 提供有状态 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Model Context Protocol 开放标准，强调工具互操作性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云原生 Extensions 体系，与 Google Cloud 深度集成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Skill 定义方式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@kernel_function 装饰器 + 语义描述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@tool 装饰器 / Tool 类 / StructuredTool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JSON Schema 定义函数签名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JSON Schema + MCP Server 协议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OpenAPI Spec 扩展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编排能力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内置 Handlebars/Stepwise Planner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LangGraph 状态机，支持循环、条件、人机交互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Assistants API 内置 Run Loop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依赖外部编排层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Vertex AI Agent Builder 可视化编排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C#/.NET 生态一等支持；企业级安全与合规；与 Azure 深度集成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生态最大，工具集最丰富；Python 优先；社区活跃迭代快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模型原生支持，延迟最低；无需额外框架依赖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开放协议，厂商中立；支持本地/远程 Skill 统一接入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与 BigQuery/Cloud Storage 等 GCP 服务无缝集成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 (2/2)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25912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  <a:gridCol w="1787652"/>
                <a:gridCol w="1787652"/>
                <a:gridCol w="17876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Microsoft Semantic Kernel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LangChain / LangGraph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OpenAI Function Calling + Assistants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Anthropic Tool Use (MCP)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Google Vertex AI Extensions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Python 支持相对滞后；社区规模较小；学习曲线陡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抽象层过多导致调试困难；版本间 Breaking Change 频繁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绑定 OpenAI 生态；编排能力有限；有状态管理较弱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生态尚在早期；工具链不够成熟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绑定 GCP；开源社区参与度低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.NET 企业级 Agent 系统；Azure 技术栈团队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快速原型验证；多模型切换需求；Python 技术栈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轻量级 Tool Use 场景；OpenAI 模型为主的应用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需要跨平台 Skill 互操作；构建开放 Skill 生态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181B"/>
                          </a:solidFill>
                        </a:rPr>
                        <a:t>GCP 原生企业；需要与 Google 数据服务联动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2022-11 OpenAI 发布 ChatGPT，Prompt Engineering 概念爆发，开发者开始系统性地研究如何构造有效提示词，为 Skill 工程奠定认知基础。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2023-03 LangChain 发布 Agents 模块和 Tools 抽象，首次在开源社区中将"工具调用"标准化为 Agent 的核心能力单元，Skill 的工程化封装开始萌芽。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2023-06 OpenAI 发布 Function Calling 能力，模型原生支持结构化工具调用，JSON Schema 成为 Skill 接口定义的事实标准，标志着 Skill 从"Prompt Hack"走向"形式化契约"。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2023-07 Microsoft 开源 Semantic Kernel 1.0，明确提出 Skill/Plugin 概念体系，将 Skill 的注册、发现、编排作为框架一等公民，企业级 Skill 工程实践开始落地。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2023-11 OpenAI 发布 Assistants API 和 GPTs 平台，用户可通过配置方式创建具备特定 Skill 集合的 Agent，Skill 的"低代码化"组装成为可能。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 LangChain 发布 LangGraph，引入状态机模型处理复杂 Skill 编排，支持循环、条件分支和人机协作节点，Skill 编排从线性 Chain 进化到有向图。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2024-04 CrewAI、AutoGen 等多 Agent 框架兴起，Skill 的粒度从"单个工具函数"扩展到"角色级能力集合"，多 Agent 协作中的 Skill 分配与协调成为新课题。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2024-11 Anthropic 发布 Model Context Protocol（MCP），提出厂商中立的 Skill/Tool 互操作协议，试图解决 Skill 在不同 Agent 框架间的可移植性问题，被视为 Skill 工程标准化的重要里程碑。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2025-01 各大云厂商（AWS Bedrock Agent、Azure AI Agent Service、GCP Vertex AI Agent Builder）相继推出托管式 Agent 平台，Skill 的注册、托管、监控开始平台化，Skill 工程进入基础设施化阶段。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2025-05 行业开始出现"Skill Marketplace"概念，类似于 API Marketplace，第三方开发者可发布和变现 Skill 资产，Skill 的商业化生态初步形成。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MCP 协议将推动 Skill 互操作标准的统一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当前各框架的 Skill 定义格式互不兼容，MCP 的出现类似于 REST 之于 Web API 的意义。预计未来 12-18 个月内，主流 Agent 框架将普遍支持 MCP 作为 Skill 的互操作层，Skill 的"Write Once, Run Anywhere"将逐步实现。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Skill 评估体系将从"人工抽检"走向"自动化持续评估"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LLM-as-Judge 技术的成熟和评估基准（如 BFCL、ToolBench）的完善，Skill 的质量评估将嵌入 CI/CD 流水线。每次 Skill 变更都将自动触发语义正确性、安全性和性能回归测试，形成类似于代码覆盖率的"Skill 可靠性评分"。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Skill 的粒度将出现"两极分化"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一方面，原子级 Skill（如"查询天气""发送邮件"）将高度标准化并沉淀为基础设施；另一方面，领域级 Skill（如"执行财务审计流程""生成合规报告"）将承载越来越多的业务逻辑，成为企业核心竞争力。中间层的通用 Skill 将面临被模型内化（通过 Fine-tuning）或被平台吸收的压力。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"Skill as Code" 将成为新的工程范式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的定义、测试、部署将完全代码化，纳入 Git 版本控制和 IaC（Infrastructure as Code）体系。Skill 的 Schema 将像 Protobuf/GraphQL Schema 一样成为团队间的契约，支持自动生成客户端 SDK、Mock 服务和文档。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AI 辅助的 Skill 自动生成与优化将加速 Skill 供给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基于自然语言描述自动生成 Skill 实现（包括 Prompt 模板、工具调用逻辑、错误处理）的能力正在快速发展。...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建立内部 Skill 资产目录，从"散落的 Prompt"到"可管理的 Skill 库"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立即盘点团队中已有的 AI 调用模式（Prompt 模板、Tool 定义、API 封装），按统一的 Schema（建议参考 MCP 或 OpenAI Function Calling 格式）重新封装为标准化 Skill。使用内部 Registry（可基于 Git Repo + 元数据索引）进行集中管理。第一步不求完美，先做到"可发现、可复用"。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 CI/CD 中引入 Skill 质量门禁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 Skill 编写评估用例集（Eval Dataset），包含典型输入、期望输出和边界条件。集成 DeepEval 或 promptfoo 等评估框架，在 Skill 变更时自动运行评估并设置通过阈值。重点关注三个指标：意图匹配准确率、输出格式合规率、异常处理覆盖率。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培养"Skill Engineer"角色，投资团队能力转型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工程横跨 Prompt 设计、API 设计、测试工程和平台工程，需要复合型人才。建议从现有的后端工程师或平台工程师中选拔，通过内部培训（重点学习 Semantic Kernel / LangGraph 框架、MCP 协议、Eval 方法论）培养专职 Skill Engineer。短期内至少配置 1-2 名专职人员负责 Skill 平台建设。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采用 MCP 协议作为 Skill 互操作的默认标准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即使当前主要使用单一 Agent 框架，也建议以 MCP 作为 Skill 的对外接口标准。这样做的好处是：a) 避免框架锁定；b) 便于与外部 Skill 生态对接；c) MCP 的 Server/Client 模型天然支持 Skill 的独立部署和扩展。...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7259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Kernel Documentation — Microsoft 官方 Skill/Plugin 架构设计文档，Skill 工程的企业级参考实现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 Tools Documentation — LangChain 工具定义与使用指南，社区最广泛采用的 Skill 封装方式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Function Calling Guide — OpenAI 官方 Function Calling 文档，Skill 接口形式化的事实标准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Context Protocol Specification — Anthropic 主导的 MCP 开放协议规范，Skill 互操作性的关键标准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Documentation — LangGraph 状态机编排框架文档，复杂 Skill 编排的技术参考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Berkeley Function Calling Leaderboard (BFCL) — UC Berkeley 的函数调用能力评测排行榜，评估模型 Skill 调用准确性的权威基准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DeepEval Documentation — LLM 评估框架文档，Skill 质量自动化测试的实践工具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18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promptfoo — 开源 Prompt/Tool 评估工具，支持 Skill 级别的回归测试和对比评估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洞察 Agent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B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claude  ·  成本: $0.0690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时代软件工程中的skill工程能力建设方向分析</dc:title>
  <dc:subject>PptxGenJS Presentation</dc:subject>
  <dc:creator>DeepDive Insight Agent</dc:creator>
  <cp:lastModifiedBy>DeepDive Insight Agent</cp:lastModifiedBy>
  <cp:revision>1</cp:revision>
  <dcterms:created xsi:type="dcterms:W3CDTF">2026-04-26T12:11:06Z</dcterms:created>
  <dcterms:modified xsi:type="dcterms:W3CDTF">2026-04-26T12:11:06Z</dcterms:modified>
</cp:coreProperties>
</file>