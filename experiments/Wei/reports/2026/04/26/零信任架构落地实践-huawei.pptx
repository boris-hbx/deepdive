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00300"/>
            <a:ext cx="13716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零信任架构落地实践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CC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从边界防护到持续身份验证的演进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6634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72591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核心转变：从网络边界防护到持续身份验证与最小权限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落地本质：渐进式架构演进，而非一次性产品替换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最大障碍：遗留系统兼容改造与安全文化转变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2025重点：分阶段、低成本落地，聚焦身份基础设施统一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发现1：身份成为新安全控制平面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传统安全依赖VPN+防火墙，假设内网可信。零信任将安全锚点从网络位置迁移到身份，每次访问必须经过认证、授权与持续验证。技术组件包括：IdP（Okta/Azure AD/Keycloak）统一身份管理；Policy Engine基于用户身份、设备状态、地理位置、行为基线等上下文信号实时决策；PEP部署在资源入口执行策略。Google BeyondCorp实践表明，将Device Trust纳入评估后，钓鱼攻击横向移动成功率下降约90%。身份是包含设备指纹、证书状态、行为风险评分的复合向量。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零信任关键数据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~90%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横向移动成功率下降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06824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306824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2-5ms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06824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Sidecar性能开销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82128" y="137160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882128" y="146304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882128" y="192024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遗留系统占比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3300984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3300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300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SASE采用预测(2025)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发现2：微分段与SDP技术支柱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微分段将扁平网络切割为细粒度安全域，工作负载间通信需显式授权。Kubernetes中通过NetworkPolicy、Istio mTLS+AuthorizationPolicy实现；传统VM环境依赖VMware NSX或Illumio。SDP让资源对未授权用户完全不可见（暗网效果），典型如Zscaler Private Access、Cloudflare Access，用户必须先通过身份验证才能看见资源，消除端口扫描与DDoS攻击面。微分段适合东西向流量治理，SDP适合南北向远程访问，两者互补。落地应从关键资产开始，避免一步到位全网微分段。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发现3：遗留系统改造最大工程挑战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90%以上企业面对Brownfield环境：不支持现代认证的遗留应用、无法安装Agent的IoT设备、依赖IP白名单的第三方系统。应对策略分三层：1) 代理封装——在遗留应用前部署零信任代理网关（Pomerium、Boundary），由网关完成认证后以遗留协议转发，实现“外零信任、内兼容”；2) 旁路监控——通过NTA和UEBA对无法改造的系统进行异常检测补偿；3) 渐进替换——制定18-24个月迁移路线，优先替换高风险系统。Netflix LISA项目证明，建立统一Service Identity（SPIFFE/SPIRE）作为基础设施层，渐进式改造可行。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零信任方案对比 (1/2)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核心特点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优势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劣势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Google BeyondCorp Enterprise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设备信任+身份，消除VPN，Chrome Endpoint Verification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Google十年验证；Context-Aware策略成熟；GCP深度集成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强依赖Google生态；多云受限；企业版成本高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全GCP/Workspace企业；大规模远程办公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Zscaler Zero Trust Exchange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云原生SSE平台，全球150+边缘节点，流量不回源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无需入站网关；用户体验接近直连；DLP/CASB/FWaaS一体化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纯SaaS，数据主权敏感场景受限；定制化有限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大中型企业全面替换VPN；分支机构互联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HashiCorp Boundary + Vault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开源基础设施访问管理，动态凭证，Session录制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开源可控；与Terraform/Consul无缝协作；支持SSH/RDP/K8s等多协议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需自行运维控制平面；UI/UX相对粗糙；社区版功能有限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DevOps团队管理基础设施访问；多云动态凭证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Cloudflare Access + Tunnel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轻量级反向代理，与CDN/WAF集成，Workers可编程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部署极简（一条命令建隧道）；免费层可用；全球Anycast低延迟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企业功能（设备态势检查）需付费；非HTTP协议支持较弱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中小团队快速零信任远程访问；保护内部Web应用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零信任方案对比 (2/2)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10725912" cy="914400"/>
        </p:xfrm>
        <a:graphic>
          <a:graphicData uri="http://schemas.openxmlformats.org/drawingml/2006/table">
            <a:tbl>
              <a:tblPr/>
              <a:tblGrid>
                <a:gridCol w="2145182"/>
                <a:gridCol w="2145182"/>
                <a:gridCol w="2145182"/>
                <a:gridCol w="2145182"/>
                <a:gridCol w="214518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方案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核心特点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优势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劣势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Istio Service Mesh (服务间零信任)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服务间mTLS自动化，L7授权策略，可观测性内建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对应用代码零侵入；支持渐进式mTLS(Permissive Mode)；策略即代码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仅覆盖服务间通信；Sidecar延迟2-5ms；学习曲线陡峭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Kubernetes微服务环境；东西向流量零信任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零信任发展时间线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88720" y="1097280"/>
            <a:ext cx="27432" cy="47548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" y="118872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2010-04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114300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Google内部启动BeyondCorp项目，源于Operation Aurora攻击暴露边界缺陷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4712" y="178308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2013-12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0" y="173736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CSA发布SDP规范1.0，定义“先验证后连接”模型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124712" y="237744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2014-12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233172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Google发表BeyondCorp首篇论文，公开内部实践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24712" y="297180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2926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2019-04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NIST发布SP 800-207零信任架构草案（2020正式版）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24712" y="356616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46304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2020-02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60320" y="352044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COVID-19加速远程办公，VPN瓶颈倒逼零信任转型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24712" y="416052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4114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2021-05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60320" y="411480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美国第14028号行政令，要求联邦机构2024财年前实施零信任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24712" y="475488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2023-04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470916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CISA发布零信任成熟度模型2.0，四级演进路径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24712" y="5349240"/>
            <a:ext cx="146304" cy="146304"/>
          </a:xfrm>
          <a:prstGeom prst="ellipse">
            <a:avLst/>
          </a:prstGeom>
          <a:solidFill>
            <a:srgbClr val="CC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1463040" y="5303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60320" y="5303520"/>
            <a:ext cx="8714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SASE与零信任深度融合，Gartner预测2025年60%企业采用SASE交付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AI驱动持续自适应信任：动态风险评分取代静态策略，CrowdStrike/Microsoft Entra重点投入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零信任向数据层下沉：数据分类标签绑定访问策略，ABE、Confidential Computing（Intel SGX/TDX）工程化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平台工程整合为默认能力：Cilium eBPF、SPIFFE自动提供零信任通信，降低开发者认知负担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SASE融合交付：ZTNA、SWG、CASB、FWaaS统一，单独采购ZTNA将显著减少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供应链零信任成刚需：SLSA框架、Sigstore代码签名、SBOM强制要求，信任链从运行时扩展到构建时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可行动建议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从身份基础设施统一开始：整合AD/LDAP到IdP，全面启用MFA（优先FIDO2），建立设备注册与信任评估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关键资产优先：识别Crown Jewels，绘制数据流图，部署PEP（Cloudflare Access/Pomerium），实施最小权限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CI/CD内建零信任：SPIFFE/SPIRE签发SVID，Sigstore/Cosign镜像签名，Vault动态凭证（TTL分钟级），OPA策略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建立可观测性体系：PEP日志集中到SIEM，基线告警（异常API调用、权限提升），监控策略拒绝率与MFA覆盖率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投资团队能力：CISA成熟度模型培训，设立Security Champion，每季度红蓝对抗重点测试横向移动与权限提升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2026-04-26  ·  模型: claude  ·  $0.0664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零信任架构落地实践</dc:title>
  <dc:subject>PptxGenJS Presentation</dc:subject>
  <dc:creator>DeepDive Insight Agent</dc:creator>
  <cp:lastModifiedBy>DeepDive Insight Agent</cp:lastModifiedBy>
  <cp:revision>1</cp:revision>
  <dcterms:created xsi:type="dcterms:W3CDTF">2026-04-28T04:10:24Z</dcterms:created>
  <dcterms:modified xsi:type="dcterms:W3CDTF">2026-04-28T04:10:24Z</dcterms:modified>
</cp:coreProperties>
</file>