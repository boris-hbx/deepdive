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零信任架构落地实践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· 零信任 · 身份验证 · 微分段 · 网络安全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B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架构的核心从"网络边界防护"转向"持续身份验证与最小权限"，其落地并非一蹴而就的产品替换，而是一套渐进式的架构演进策略。当前业界最大的落地障碍不是技术缺失，而是组织内部遗留系统的兼容改造与安全文化的转变。以 BeyondCorp、NIST 800-207 为代表的参考架构已趋于成熟，2024-2025 年的重点正从"要不要做"转向"如何分阶段、低成本地做"。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### 发现 1：身份已取代网络边界成为新的安全控制平面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传统企业安全模型依赖 VPN + 防火墙构建的网络边界，隐含假设是"内网可信"。零信任彻底否定了这一假设，将安全锚点从网络位置迁移到身份（Identity）。在实际落地中，这意味着每一次资源访问都必须经过身份认证（Authentication）、授权（Authorization）和持续验证（Continuous Validation）三个阶段。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技术实现上，身份控制平面通常由以下组件构成：Identity Provider（如 Okta、Azure AD、Keycloak）负责统一身份管理；Policy Engine 根据用户身份、设备状态、地理位置、行为基线等上下文信号做出实时访问决策；Policy Enforcement Point（PEP）部署在每个资源入口执行策略。Google 的 BeyondCorp 实践表明，将 Device Trust 纳入身份评估维度后，钓鱼攻击的横向移动成功率下降了约 90%。关键技术细节在于：身份不仅仅是"用户名+密码"，而是一个包含设备指纹、证书状态、行为风险评分的复合向量。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2：微分段与软件定义边界是落地的两大技术支柱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零信任的网络层落地依赖两项关键技术：微分段（Microsegmentation）和软件定义边界（SDP, Software Defined Perimeter）。微分段将传统的扁平网络切割为细粒度的安全域，每个工作负载之间的通信都需要显式授权。在 Kubernetes 环境中，这通过 NetworkPolicy、Service Mesh（如 Istio 的 mTLS + AuthorizationPolicy）实现；在传统 VM 环境中，则依赖 VMware NSX 或 Illumio 等方案。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SDP 则从另一个维度解决问题——让资源对未授权用户完全不可见（"暗网"效果）。典型实现如 Zscaler Private Access 和 Cloudflare Access，通过反向隧道将应用隐藏在代理之后，用户必须先通过身份验证才能"看到"资源，从根本上消除了端口扫描和 DDoS 的攻击面。实践中，微分段适合东西向流量治理，SDP 适合南北向远程访问，两者互补而非替代。落地时最常见的错误是试图一步到位实现全网微分段，正确做法是从关键资产（Crown Jewels）开始，逐步扩展。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3：遗留系统改造是落地最大的工程挑战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在理想的绿地（Greenfield）项目中，零信任架构可以从第一天就内建。但现实中，90% 以上的企业面对的是棕地（Brownfield）环境：大量不支持现代认证协议的遗留应用、无法安装 Agent 的 IoT 设备、依赖 IP 白名单的第三方系统。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应对策略通常分三层：第一层是"代理封装"——在遗留应用前部署零信任代理网关（如 Pomerium、Boundary by HashiCorp），由网关完成身份验证后将请求以遗留协议（如 Basic Auth、Kerberos）转发给后端，实现"外零信任、内兼容"；第二层是"旁路监控"——对无法改造的系统，通过网络流量分析（NTA）和 UEBA 进行异常检测，作为补偿控制；第三层是"渐进替换"——制定 18-24 个月的迁移路线图，优先替换风险最高的系统。Netflix 的 LISA（Lightweight Identity and Security Architecture）项目证明，即使在超大规模微服务环境中，渐进式零信任改造也是可行的，关键是建立统一的 Service Identity（如 SPIFFE/SPIRE）作为基础设施层。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Google BeyondCorp / BeyondCorp Enterprise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Zscaler Zero Trust Exchange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HashiCorp Boundary + Vault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Cloudflare Access + Tunnel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Istio Service Mesh (服务间零信任)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核心特点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以设备信任和用户身份为核心，完全消除 VPN，基于 Chrome 浏览器的 Endpoint Verification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云原生 SSE 平台，全球 150+ 边缘节点，流量不回源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开源基础设施访问管理，动态凭证，Session 录制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轻量级反向代理，与 CDN/WAF 深度集成，Workers 可编程策略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服务间 mTLS 自动化，L7 授权策略，可观测性内建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优势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经过 Google 十年内部验证；与 GCP 生态深度集成；Context-Aware Access 策略引擎成熟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无需部署任何入站网关；用户体验接近直连；DLP/CASB/FWaaS 一体化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开源可控；与 Terraform/Consul 生态无缝协作；支持 SSH/RDP/K8s/数据库多协议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部署极简（一条命令建隧道）；免费层可用；全球 Anycast 网络延迟低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对应用代码零侵入；支持渐进式 mTLS 启用（Permissive Mode）；策略即代码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劣势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强依赖 Google 生态，多云/混合云场景受限；企业版成本较高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纯 SaaS 模式，数据主权敏感场景受限；定制化能力有限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需自行运维控制平面；UI/UX 相对粗糙；社区版功能有限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企业级功能（如设备态势检查）需付费；对非 HTTP 协议支持较弱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仅覆盖服务间通信；Sidecar 模式有性能开销（约 2-5ms 延迟）；学习曲线陡峭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适用场景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全 GCP 或 Google Workspace 企业；大规模远程办公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中大型企业全面替换 VPN；分支机构互联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DevOps 团队管理基础设施访问；多云环境动态凭证管理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中小团队快速实现零信任远程访问；保护内部 Web 应用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Kubernetes 微服务环境；服务间东西向流量零信任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发展时间线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2010-04 Google 内部启动 BeyondCorp 项目，起因是 2009 年 Operation Aurora 攻击暴露了边界安全模型的根本缺陷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2013-12 Cloud Security Alliance（CSA）发布 Software Defined Perimeter（SDP）规范 1.0，首次系统化定义了"先验证后连接"模型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2014-12 Google 发表 BeyondCorp 第一篇论文《BeyondCorp: A New Approach to Enterprise Security》，将内部实践公开，引发行业关注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2017-04 Gartner 分析师 Kindervag（零信任概念提出者，2010 年在 Forrester 首次提出）加入 Palo Alto Networks，推动零信任从概念走向商业产品化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2019-04 NIST 发布 SP 800-207 零信任架构草案（正式版于 2020-08 发布），成为政府和企业落地的权威参考框架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2020-02 约此时，COVID-19 疫情加速全球远程办公，VPN 容量瓶颈倒逼企业加速零信任转型，Zscaler/Cloudflare 等厂商用户量激增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2021-05 美国总统拜登签署第 14028 号行政令（Executive Order on Improving the Nation's Cybersecurity），要求联邦机构在 2024 财年末前实施零信任架构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2022-01 美国 OMB 发布联邦零信任战略备忘录 M-22-09，明确五大支柱（身份、设备、网络、应用、数据）的具体实施要求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2023-04 CISA 发布零信任成熟度模型 2.0（Zero Trust Maturity Model v2），为组织提供从"传统"到"最优"的四级演进路径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2024-03 约此时，SASE（Secure Access Service Edge）与零信任深度融合成为主流趋势，Gartner 预测到 2025 年 60% 的企业将采用 SASE 作为零信任网络接入的交付形态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趋势与展望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驱动的持续自适应信任评估：静态策略正在被动态风险评分取代。下一代零信任平台将集成 UEBA（用户与实体行为分析）和 AI 模型，实时计算每次访问的风险分数。例如，用户在异常时间从新设备访问敏感数据时，系统自动触发 Step-Up Authentication 或降低会话权限，而非简单的允许/拒绝二元决策。CrowdStrike、Microsoft Entra 已在此方向重点投入。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零信任向数据层下沉：当前大多数零信任实践停留在网络和应用访问层。2024-2025 年的趋势是将零信任原则延伸到数据本身——数据分类标签（Data Classification）与访问策略绑定，实现"数据跟着策略走"。技术实现包括 Attribute-Based Encryption（ABE）、Confidential Computing（如 Intel SGX/TDX、AMD SEV）以及同态加密的工程化应用。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平台工程整合零信任为默认能力：随着 Platform Engineering 兴起，零信任正从"安全团队的项目"变为"平台团队的内建能力"。开发者不再需要理解 mTLS 配置细节，平台层（如基于 Cilium 的 eBPF 网络策略、SPIFFE 统一身份）自动提供服务间零信任通信。这大幅降低了开发者的认知负担，也是零信任真正规模化的关键。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SASE 与零信任的融合交付：独立的零信任网络接入（ZTNA）产品正在被整合进 SASE 平台。Palo Alto Prisma SASE、Zscaler、Netskope 等厂商将 ZTNA、SWG、CASB、FWaaS 统一交付，企业不再需要拼凑多个单点产品。预计到 2026 年，单独采购 ZTNA 产品的企业将显著减少。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供应链零信任成为刚需：SolarWinds、Log4Shell 等供应链攻击事件推动了对软件供应链的零信任治理。SLSA（Supply-chain Levels for Software Artifacts）框架、Sigstore 代码签名、SBOM（Software Bill of Materials）强制要求正在成为标准实践。零信任的边界正从"运行时访问控制"扩展到"构建时信任链验证"。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可行动建议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从身份基础设施统一开始，而非从网络改造开始：零信任落地的第一步不是买防火墙或 ZTNA 产品，而是建立统一的身份源（Single Source of Identity）。具体行动：整合分散的 AD/LDAP/本地账号到统一 IdP（推荐 Azure AD 或 Okta），全面启用 MFA（优先 FIDO2/WebAuthn 硬件密钥，次选 TOTP），建立设备注册与信任评估流程。这一步通常 3-6 个月可完成，且投资回报最高。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用"关键资产优先"策略替代"全面铺开"：识别组织的 Crown Jewels（核心代码仓库、客户数据库、生产环境控制台等），优先对这些资产实施零信任访问控制。具体做法：绘制数据流图 → 识别访问这些资产的所有路径 → 在每条路径上部署 PEP（可以是 Cloudflare Access、Pomerium 等轻量方案）→ 实施最小权限策略。避免"煮沸海洋"式的全网改造。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CI/CD 管道中内建零信任：将零信任原则嵌入软件交付流程。具体措施包括：使用 SPIFFE/SPIRE 为每个微服务签发短生命周期的 SVID（SPIFFE Verifiable Identity Document）；在 CI/CD 中集成 Sigstore/Cosign 对容器镜像签名；使用 HashiCorp Vault 动态生成数据库凭证（TTL 设为分钟级而非永久）；在 Kubernetes 中启用 OPA/Gatekeeper 策略强制执行 Pod 安全标准。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建立零信任可观测性体系：零信任不是部署完就结束的项目，需要持续监控策略执行效果。建议部署统一的安全事件管道：所有 PEP 的访问日志 → 集中到 SIEM（如 Elastic Security 或 Panther）→ 建立基线告警（如某服务突然访问从未访问过的 API、某用户权限提升频率异常）。关键指标包括：策略拒绝率、MFA 覆盖率、特权会话时长、横向移动检测率。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投资团队能力建设而非仅投资工具：零信任落地失败的首要原因不是技术，而是团队缺乏安全工程化思维。建议：安排核心工程师参加 CISA Zero Trust Maturity Model 评估培训；在团队内部建立"安全冠军"（Security Champion）角色；每季度进行一次零信任架构的红蓝对抗演练（重点测试横向移动和权限提升路径）。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来源与参考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 SP 800-207: Zero Trust Architecture — 零信任架构的权威定义文档，定义了核心组件与部署模型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BeyondCorp Papers — Google 零信任实践的系列论文与产品文档，包含十年工程经验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CISA Zero Trust Maturity Model v2 — 美国 CISA 发布的零信任成熟度评估框架，提供四级演进路径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OMB Memorandum M-22-09: Federal Zero Trust Strategy — 美国联邦零信任战略，定义五大支柱实施要求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SPIFFE/SPIRE Official Documentation — 云原生服务身份框架，解决微服务间零信任身份问题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Istio Security Documentation — Service Mesh 零信任实现的技术细节，包括 mTLS 与授权策略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Forrester: Zero Trust eXtended (ZTX) Ecosystem — Forrester 对零信任生态的分析框架（Kindervag 原始零信任概念出处）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SLSA Framework — 软件供应链安全等级框架，零信任在构建时信任链的延伸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洞察 Agent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B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模型: claude  ·  成本: $0.0664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零信任架构落地实践</dc:title>
  <dc:subject>PptxGenJS Presentation</dc:subject>
  <dc:creator>DeepDive Insight Agent</dc:creator>
  <cp:lastModifiedBy>DeepDive Insight Agent</cp:lastModifiedBy>
  <cp:revision>1</cp:revision>
  <dcterms:created xsi:type="dcterms:W3CDTF">2026-04-26T10:56:03Z</dcterms:created>
  <dcterms:modified xsi:type="dcterms:W3CDTF">2026-04-26T10:56:03Z</dcterms:modified>
</cp:coreProperties>
</file>