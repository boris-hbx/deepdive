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107259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追问：有哪些关键技术，有哪些TOP热点论文，请进一步分析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D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软件工程 · 技能工程 · AI智能体 · 能力编排 · 大模型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393192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B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2026-04-26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TL;DR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72591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工程的技术纵深远超"Prompt + Function Calling"的表层认知。其核心技术栈沿三条主线展开：能力封装与描述（Tool-use 规范、语义Schema）、动态编排与规划（Task Decomposition、Plan-and-Execute）、评估与可靠性保障（LLM-as-Judge、形式化验证）。2023-2025 年间，以 Toolformer、HuggingGPT、Gorilla、ToolBench 为代表的论文集群定义了这一领域的学术坐标系，而 ReAct、LATS、AutoGen 等工作则直接塑造了工程实践范式。本报告梳理 6 大关键技术方向与 15+ 篇核心论文，为团队构建 Skill 工程技术雷达提供参考基线。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---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关键技术方向分析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72591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Toolformer (Schick et al., 2023, Meta) — 开山之作。证明 LLM 可以自主学习何时、如何调用外部工具（计算器、搜索引擎、翻译API等）。核心思想是通过自监督方式让模型在训练文本中自动插入 API 调用标记，再根据调用是否降低困惑度来筛选训练样本。这篇论文奠定了"模型即调度器"的 Skill 工程哲学基础。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Gorilla: Large Language Model Connected with Massive APIs (Patil et al., 2023, UC Berkeley) — 针对 Toolformer 在大规模 API 场景下幻觉严重的问题，提出基于 API 文档检索增强的微调方案。在 1,600+ API 上测试，Gorilla 的调用准确率显著超过 GPT-4 原生 Function Calling。其核心贡献是 APIBench 基准测试集，成为后续 Skill 可靠性研究的标准评测。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ToolBench (Qin et al., 2023, 清华 &amp; RapidAPI) — 构建了包含 16,000+ 真实 REST API 的大规模工具使用基准，并训练了 ToolLLaMA。其关键创新是 DFSDT（Depth-First Search-based Decision Tree） 推理策略，允许模型在工具调用失败时回溯并尝试替代路径——这直接对应 Skill 编排中的容错与回退机制。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ReAct: Synergizing Reasoning and Acting (Yao et al., 2023, Princeton &amp; Google) — 提出 Reasoning + Acting 交替执行的范式：模型先生成推理轨迹（Thought），再决定行动（Action），观察结果（Observation）后继续推理。ReAct 是当前绝大多数 Agent 框架（LangChain、LlamaIndex）的默认编排模式，本质上定义了 Skill 调用的"思考-执行-观察"循环协议。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HuggingGPT (Shen et al., 2023, 浙大 &amp; Microsoft) — 提出以 LLM 为控制器、以 Hugging Face 模型库为 Skill 池的架构。LLM 负责任务规划、模型选择、执行编排和结果聚合。这篇论文的核心洞察是：Skill 不仅是 API，AI 模型本身也是 Skill。这极大拓展了 Skill 工程的能力边界。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Plan-and-Solve Prompting (Wang et al., 2023) — 针对 Chain-of-Thought 在多步推理中容易遗漏子任务的问题，提出先生成完整计划再逐步执行的策略。这与 Skill 工程中"静态编排 vs 动态编排"的架构选择直接相关——Plan-and-Solve 代表了"先规划后执行"的静态编排思路。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LATS: Language Agent Tree Search (Zhou et al., 2024) — 将蒙特卡洛树搜索（MCTS）引入 Agent 规划，允许模型在 Skill 调用树上进行前瞻搜索和回溯。这是目前已知的最强 Agent 规划算法之一，在 HotPotQA 和 WebShop 等基准上大幅超越 ReAct 和 Reflexion。其工程启示是：高可靠 Skill 编排需要搜索而非贪心。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AutoGen (Wu et al., 2023, Microsoft) — 提出可定制的多 Agent 对话框架，Agent 之间通过消息传递协作完成任务。其核心设计是 ConversableAgent 抽象，每个 Agent 可配置不同的 Skill（代码执行、工具调用、人类反馈）。AutoGen 的工程意义在于证明了 Skill 的组合不仅发生在单 Agent 内部，也发生在 Agent 之间。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MetaGPT (Hong et al., 2023) — 将软件工程中的 SOP（标准作业流程）编码为多 Agent 协作协议。产品经理 Agent、架构师 Agent、工程师 Agent 各自持有领域 Skill，通过结构化文档（PRD、设计文档、代码）进行异步协作。这是 Skill 工程在软件开发领域的直接应用。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CrewAI — 开源框架，强调基于角色（Role）的 Skill 分配和基于任务（Task）的协作编排。其 @tool 装饰器和 Agent 的 tools 参数直接体现了 Skill 注册与绑定的工程模式。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论文热度与影响力对比矩阵 (1/4)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10725912" cy="914400"/>
        </p:xfrm>
        <a:graphic>
          <a:graphicData uri="http://schemas.openxmlformats.org/drawingml/2006/table">
            <a:tbl>
              <a:tblPr/>
              <a:tblGrid>
                <a:gridCol w="1787652"/>
                <a:gridCol w="1787652"/>
                <a:gridCol w="1787652"/>
                <a:gridCol w="1787652"/>
                <a:gridCol w="1787652"/>
                <a:gridCol w="178765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论文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年份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引用量级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技术方向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工程落地度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推荐优先级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ReAct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2023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★★★★★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编排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已成为行业默认范式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P0 必读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Toolformer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2023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★★★★★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Tool-use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概念奠基，直接落地有限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P0 必读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Gorilla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2023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★★★★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Tool-use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APIBench 已成标准评测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P0 必读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AutoGen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2023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★★★★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多Agent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微软主推，生态成熟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P0 必读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论文热度与影响力对比矩阵 (2/4)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10725912" cy="914400"/>
        </p:xfrm>
        <a:graphic>
          <a:graphicData uri="http://schemas.openxmlformats.org/drawingml/2006/table">
            <a:tbl>
              <a:tblPr/>
              <a:tblGrid>
                <a:gridCol w="1787652"/>
                <a:gridCol w="1787652"/>
                <a:gridCol w="1787652"/>
                <a:gridCol w="1787652"/>
                <a:gridCol w="1787652"/>
                <a:gridCol w="178765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论文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年份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引用量级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技术方向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工程落地度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推荐优先级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DSPy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2023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★★★★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评估优化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Skill 自动化优化的范式突破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P0 必读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ToolBench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2023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★★★★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Tool-use + 评估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最大规模工具基准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P1 重点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HuggingGPT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2023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★★★★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编排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概念验证，工程化不足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P1 重点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LATS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2024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★★★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编排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最强规划算法，计算成本高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P1 重点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论文热度与影响力对比矩阵 (3/4)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10725912" cy="914400"/>
        </p:xfrm>
        <a:graphic>
          <a:graphicData uri="http://schemas.openxmlformats.org/drawingml/2006/table">
            <a:tbl>
              <a:tblPr/>
              <a:tblGrid>
                <a:gridCol w="1787652"/>
                <a:gridCol w="1787652"/>
                <a:gridCol w="1787652"/>
                <a:gridCol w="1787652"/>
                <a:gridCol w="1787652"/>
                <a:gridCol w="178765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论文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年份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引用量级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技术方向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工程落地度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推荐优先级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MetaGPT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2023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★★★★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多Agent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软件工程场景直接可用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P1 重点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AgentBench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2023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★★★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评估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最全面的 Agent 评测基准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P1 重点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LLM-as-Judge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2023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★★★★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评估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自动化评估的理论基础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P1 重点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ToolkenGPT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2024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★★★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语义发现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大规模场景下的突破性方案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P2 关注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论文热度与影响力对比矩阵 (4/4)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10725912" cy="914400"/>
        </p:xfrm>
        <a:graphic>
          <a:graphicData uri="http://schemas.openxmlformats.org/drawingml/2006/table">
            <a:tbl>
              <a:tblPr/>
              <a:tblGrid>
                <a:gridCol w="1787652"/>
                <a:gridCol w="1787652"/>
                <a:gridCol w="1787652"/>
                <a:gridCol w="1787652"/>
                <a:gridCol w="1787652"/>
                <a:gridCol w="178765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论文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年份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引用量级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技术方向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工程落地度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推荐优先级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AnyTool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2024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★★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语义发现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分层检索思想有实践价值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P2 关注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ToolSword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2024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★★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安全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威胁模型定义有参考价值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P2 关注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API-Bank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2023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★★★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语义发现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验证了检索是第一瓶颈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P2 关注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技术演进路线图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72591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``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 Q1          2023 Q2-Q3           2024              2025+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─────────────────────────────────────────────────────────────────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Toolformer        ReAct/HuggingGPT     LATS/ToolkenGPT    Skill OS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(模型学会用工具)   (Agent学会规划)       (搜索式规划+       (标准化Skill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                                  规模化发现)         运行时)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            Gorilla/ToolBench    AnyTool/ToolSword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            (大规模工具基准)      (治理与安全)        Skill Mesh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                                                    (分布式Skill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            AutoGen/MetaGPT      DSPy 2.0            服务网格)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            (多Agent协作)        (自动化优化)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``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---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可行动建议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72591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组织团队精读 P0 级论文（ReAct、Toolformer、Gorilla、AutoGen、DSPy），建立 Skill 工程的共同语言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ToolBench/APIBench 搭建内部 Skill 评测管线，量化现有 Skill 的调用准确率和任务完成率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 DSPy 框架试点，将 2-3 个高频 Skill 从手工 Prompt 迁移到可编程模块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 Skill 注册中心，参考 AnyTool 的分层分类思想设计 Skill 元数据 Schema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实现基于 LLM-as-Judge 的 Skill 质量门禁，集成到 CI/CD 管线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 ToolSword 的威胁模型，制定 Skill 安全审核清单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 LATS 等高级规划算法在关键业务场景的应用，提升复杂任务的 Skill 编排可靠性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建设跨团队 Skill 资产市场，实现 Skill 的发现、复用和交易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 ToolkenGPT 等新范式的成熟度，评估将 Skill 内化到模型词表的可行性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来源引用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72591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Schick, T. et al. "Toolformer: Language Models Can Teach Themselves to Use Tools." NeurIPS 2023.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Patil, S. et al. "Gorilla: Large Language Model Connected with Massive APIs." arXiv:2305.15334, 2023.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Qin, Y. et al. "ToolLLM: Facilitating Large Language Models to Master 16000+ Real-world APIs." ICLR 2024.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Yao, S. et al. "ReAct: Synergizing Reasoning and Acting in Language Models." ICLR 2023.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Shen, Y. et al. "HuggingGPT: Solving AI Tasks with ChatGPT and its Friends in Hugging Face." NeurIPS 2023.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Wang, L. et al. "Plan-and-Solve Prompting: Improving Zero-Shot Chain-of-Thought Reasoning." ACL 2023.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Zhou, A. et al. "Language Agent Tree Search Unifies Reasoning, Acting, and Planning in Language Models." ICML 2024.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Wu, Q. et al. "AutoGen: Enabling Next-Gen LLM Applications via Multi-Agent Conversation." arXiv:2308.08155, 2023.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28600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DeepDive 洞察 Agent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0" y="32918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B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模型: claude  ·  成本: $0.0707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追问：有哪些关键技术，有哪些TOP热点论文，请进一步分析</dc:title>
  <dc:subject>PptxGenJS Presentation</dc:subject>
  <dc:creator>DeepDive Insight Agent</dc:creator>
  <cp:lastModifiedBy>DeepDive Insight Agent</cp:lastModifiedBy>
  <cp:revision>1</cp:revision>
  <dcterms:created xsi:type="dcterms:W3CDTF">2026-04-26T12:32:17Z</dcterms:created>
  <dcterms:modified xsi:type="dcterms:W3CDTF">2026-04-26T12:32:17Z</dcterms:modified>
</cp:coreProperties>
</file>