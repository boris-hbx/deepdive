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时代的零信任演进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非人类身份、自适应信任与架构未来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零信任安全主体从“人类用户+已知服务”扩展到“自主决策的AI Agent+动态工具链”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Agent的自主性、委托性和行为不确定性冲击现有身份建模与持续验证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零信任正从“以人为中心的身份验证”演进为“以意图为中心的信任评估”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AI既是需要保护的新型主体，也是增强零信任决策能力的关键技术手段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关键趋势数据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Gartner预测：2026年需专门AI Agent身份治理策略的企业比例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306824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06824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未来2-3年AI Agent身份标准化窗口期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28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0-6个月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短期推荐行动：为AI Agent引入短生命周期凭证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Agent引入“第三类身份”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当前身份体系分为人类身份和传统非人类身份（服务账户、API Key等）。AI Agent是具有“受限自主性”的新型实体，既非完全的被动服务，也非完全自主的人。关键挑战：委托链信任传递——Agent动态调用多个工具，每跳涉及权限委托，传统OAuth on_behalf_of流程无法覆盖动态生成的工具调用链。行为不确定性——同一Agent在不同Prompt下资源访问模式完全不同，静态Policy Engine难以建模。身份生命周期模糊——可能临时创建、长期运行或周期性触发，需要更灵活的凭证管理。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Agent身份的独特挑战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委托链的信任传递：工具调用链动态生成，运行时确定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行为不确定性：Prompt和模型推理导致访问模式多变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身份生命周期模糊：临时、长期、周期性并存的灵活需求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权限模型需从静态RBAC向意图感知的JIT演进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Agent身份管理方案对比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传统Service Account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OAuth 2.0 Token Exchange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SPIFFE/SPIRE扩展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MCP + Agent Identity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身份粒度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服务级别（粗粒度）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用户委托级别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工作负载实例级别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Agent实例 + 任务级别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权限模型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静态RBAC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Scope-based，半动态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ABAC，基于身份属性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意图感知，动态JIT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委托链支持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不支持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on_behalf_of，有限深度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联邦信任域，可扩展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原生多跳，权限衰减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行为验证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Token过期检查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证书轮转+身份验证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持续意图偏离检测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身份管理方案对比 (续)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传统Service Account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OAuth 2.0 Token Exchange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SPIFFE/SPIRE扩展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MCP + Agent Identity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生命周期管理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手动创建/吊销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Token TTL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自动轮转SVID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任务绑定，自动回收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适用场景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传统微服务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Web/Mobile应用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云原生服务间通信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AI Agent + Multi-Agent系统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成熟度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成熟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成熟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生产可用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早期探索（2025-2026）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从静态最小权限到动态意图感知权限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零信任最小权限原则在AI Agent场景下需要动态定义。Agent执行不同任务时所需权限差异巨大，由运行时意图驱动。新范式“意图感知的自适应访问控制”包含：JIT权限提升与自动回收——为每次Agent调用生成临时凭证，TTL与任务绑定；基于LLM的策略推理引擎——将自然语言安全意图翻译为形式化策略，辅助解释但非直接决策；意图偏离检测——监控Agent行为是否偏离声明的初始Prompt/Task Description，而非仅对比历史基线。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自适应访问控制技术亮点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任务时长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JIT凭证TTL绑定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306824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LLM翻译意图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06824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策略辅助生成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28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意图偏离检测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检测维度转变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AI增强零信任决策：从规则到风险量化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零信任落地痛点“策略爆炸”正被AI/ML缓解。三个方向：自动化策略生成与优化——通过图神经网络(GNN)分析服务间调用关系，自动推荐微分段策略（Illumio, Zscaler）。实时风险评分精细化——基于Transformer的序列模型将访问行为建模为时间序列，计算每次请求的风险概率（CrowdStrike Charlotte AI, Cortex XSIAM）。安全运营Copilot化——自然语言查询Agent权限使用情况，AI翻译为SIEM查询并汇总（Microsoft Security Copilot, Google Gemini）。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AI增强零信任的三大方向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自动化策略生成：GNN建模服务间通信，推荐阻断策略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实时风险评分：Transformer模型计算每次请求风险概率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安全运营Copilot：自然语言查询，自动翻译为SIEM分析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Multi-Agent系统的零信任治理挑战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Multi-Agent系统兴起，带来全新治理挑战：Agent-to-Agent通信信任——需验证身份、权限和语义完整性，防止Prompt注入。权限传递性约束——无约束传递会导致权限膨胀，需引入“权限衰减”机制，每一跳委托缩小权限范围（类似Macaroons的caveat机制）。可观测性与审计——需扩展OpenTelemetry支持Agent级Trace，记录决策推理和工具调用，满足SOC 2、GDPR等合规要求。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未来2-3年演进路线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97280"/>
            <a:ext cx="27432" cy="3566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" y="11887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430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H1-H2：AI Agent身份标准化（SPIFFE Agent ID扩展、MCP安全规范v1）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4712" y="178308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H1-H2：AI增强ZT决策（LLM辅助策略生成、实时风险评分ML模型）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24712" y="237744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：Multi-Agent信任框架（Agent-to-Agent mTLS、权限衰减协议标准化）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24712" y="297180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：策略自动化（自动化策略优化闭环、GNN驱动的微分段）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24712" y="356616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52044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+：自治安全架构（自愈式策略引擎、意图驱动的自动化治理）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4712" y="41605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1148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+：认知安全（预测性信任评估、上下文感知自适应架构）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短期行动建议 (0-6个月)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盘点现有非人类身份资产，建立NHI清单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为AI Agent引入短生命周期凭证，停止使用长期API 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在AI Agent调用链中实施显式权限白名单约束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中期行动建议 (6-18个月)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试点JIT权限模型，选择非关键业务Agent场景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将Agent行为纳入UEBA监控，重点关注意图偏离检测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评估SPIFFE/SPIRE在Agent工作负载场景的适用性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长期行动建议 (18-36个月)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建设AI驱动的策略自动化平台，转向AI推荐+人工审批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参与IETF、OpenID Foundation、CNCF等组织Agent身份标准化进程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714500"/>
            <a:ext cx="54864" cy="2057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0" y="1714500"/>
            <a:ext cx="981151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"未来12-18个月内，主流云厂商和身份平台将推出专门的“AI Agent Identity”身份类型，支持细粒度的委托权限声明和运行时行为约束。"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报告关键判断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  ·  模型: claude  ·  $0.0767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追问：还要结合最新技术的发展思考未来的发展趋势，例如AI agent的身份与零信任机制会向什么方向发展</dc:title>
  <dc:subject>PptxGenJS Presentation</dc:subject>
  <dc:creator>DeepDive Insight Agent</dc:creator>
  <cp:lastModifiedBy>DeepDive Insight Agent</cp:lastModifiedBy>
  <cp:revision>1</cp:revision>
  <dcterms:created xsi:type="dcterms:W3CDTF">2026-04-28T06:18:46Z</dcterms:created>
  <dcterms:modified xsi:type="dcterms:W3CDTF">2026-04-28T06:18:46Z</dcterms:modified>
</cp:coreProperties>
</file>