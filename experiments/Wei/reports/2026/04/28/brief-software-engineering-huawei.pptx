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00300"/>
            <a:ext cx="13716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软件工程每日 Brief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 · AI 编程工具与模型动态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GitHub Copilot 将于 6 月 1 日转为用量计费，按 AI Credits 消耗付费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OpenAI 开源 Symphony 规范，将 GitHub Issues 转为永不休眠的 AI Agent 系统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Claude Code 多份质量报告更新，社区重新评估其与 Copilot 的替代价值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Copilot 转向使用量计费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月 1 日起，GitHub Copilot 将从固定订阅转为基于 AI Credits 的用量计费。开发者需按实际 AI 消耗付费，不再享有无限使用。此举将深刻影响个人与团队的成本评估，推动按需使用或节制编程习惯，也可能重塑 AI 编程助手的市场格局。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计费模式对比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计费方式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影响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固定订阅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固定月费，无限使用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成本可预测，鼓励高频使用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用量计费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按 AI Credits 消耗付费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成本可变，推动按需与节制编程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Symphony 开源规范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发布 Symphony 开源编排规范，能将 GitHub Issues 等任务跟踪器转化为永不停机的 AI Agent 系统。它自动拆分任务、召唤代码生成，大幅减少开发者上下文切换，扩展工程输出效率。该规范现已开源，为 AI 驱动的自动化研发提供了全新范式。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Symphony 关键能力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GitHub Issues 转化为永续运行的 AI Agent 系统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自动拆分复杂任务并调度子 Agent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动态召唤代码生成与测试模块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大幅降低开发者上下文切换成本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开源规范，支持社区扩展接入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质量报告更新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近期多份关于 Claude Code 的质量报告显示，其在复杂编程任务中的表现出现波动。社区正重新评估 Claude Code 相较 Copilot 等竞品的替代价值。对于正在选型 AI 编程助手的企业与个人开发者，这一更新具有重要参考意义。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值得一看的事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与微软修订合作协议，为长期 AI 创新与规模化提供清晰框架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 系列发布，逼近前沿性能，训练/推理成本极低，可运行于华为昇腾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GPT-5.5 官方提示指南发布，总结代码生成等任务的最佳交互方式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Simon Willison 发布 llm 0.31，增强多模型支持与插件能力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AIE Europe 会后专题深入探讨 Agent Labs 与无监督学习前沿方向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  ·  $0.0000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软件工程每日 Brief — 2026-04-28</dc:title>
  <dc:subject>PptxGenJS Presentation</dc:subject>
  <dc:creator>DeepDive Insight Agent</dc:creator>
  <cp:lastModifiedBy>DeepDive Insight Agent</cp:lastModifiedBy>
  <cp:revision>1</cp:revision>
  <dcterms:created xsi:type="dcterms:W3CDTF">2026-04-28T06:16:23Z</dcterms:created>
  <dcterms:modified xsi:type="dcterms:W3CDTF">2026-04-28T06:16:23Z</dcterms:modified>
</cp:coreProperties>
</file>