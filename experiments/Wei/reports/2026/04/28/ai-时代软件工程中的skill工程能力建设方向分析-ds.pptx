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003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时代软件工程中的skill工程能力建设方向分析-DS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 ·  Skill工程化  ·  多Agent协作  ·  有状态编排  ·  质量评估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时代的软件工程正从“代码组件”的封装与复用转向“认知技能（Skill）”的工程化管理，一个 Skill 是推理、工具调用、记忆与知识检索的标准封装单元。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编排与可组合性已成为核心工程挑战，以 DAG、状态机为代表的有状态多 Agent 协作模式正在取代单次 function calling，带来全新的架构复杂度。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的评估、测试与持续交付体系严重滞后，缺乏类似传统 CI/CD 的自动化质量门禁，成为工程化落地中最薄弱的环节。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### 发现 1：Skill 正从隐形逻辑转变为显性工程资产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传统软件工程将可复用单元定义为函数、类、服务，其接口由参数和返回值约束，内部逻辑完全由开发者编码。而在 AI 时代，大量业务逻辑并非由确定性代码实现，而是由大模型根据自然语言指令、检索增强生成（RAG）、工具调用（function calling）等动态组合完成。为此，“Skill” 作为一个新的工程抽象应运而生。一个 Skill 封装了完整的认知任务单元：包括系统 prompt（角色与约束）、工具列表（API 或数据源）、检索配置（向量库索引）、few-shot 示例乃至输出格式规范。例如，微软的 Semantic Kernel 将 Skill 定义为具有语义描述的可执行函数集合，并允许通过规划器（Planner）动态编排；OpenAI 的 GPTs 则将指令、知识文件、内置能力（代码解释器、联网等）打包为可发布的 Skill 单元。这种转变意味着 Skill 不再是藏在 prompt 里的隐形知识，而成为需要版本控制、自动化测试、依赖管理的一等公民工程资产，对软件团队的治理能力提出了全新要求。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2：Skill 编排从线性链跃迁到有状态多 Agent 协奏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早期的 LLM 应用常采用线性 Chain：检索增强 → 生成答案 → 调用工具。进入 2024 年，Skill 编排迅速走向复杂的有状态图与多 Agent 协作。LangGraph 引入了可中断、可恢复的检查点机制，允许 Skill 图根据条件循环、分支，甚至暂停等待人工审批，跨越长时间运行的工作流。在数据科学场景中，典型的多 Skill 协作可以是：一个“数据分析师 Skill”生成 SQL 查询 → “代码审查 Skill”校验注入风险 → “调度 Skill”选择执行引擎并回写结果 → “可视化 Skill”输出图表。这些 Skills 之间通过共享状态和消息总线协同，状态管理（如共享黑板、向量记忆）成为基础设施。Autogen、CrewAI 等框架进一步引入了 Agent 角色分配、会话边界治理和子任务委托机制，将 Skill 编排提升为组织级别的“数字团队”设计问题，而非仅仅是 prompt chaining。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3：Skill 评估与质量保障体系缺失，形成工程化最大短板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当业务核心逻辑沉淀为一组 Skills，其质量保障却远未达到传统软件的成熟度。目前社区的主要手段仍以人工抽检和离线基准为主，缺乏标准化的回归测试框架。Tool calling 的准确性、RAG 的召回率、幻觉控制、输出格式合规性等质量属性很难通过单次人工评估覆盖。虽然 promptfoo 等工具开始支持对 LLM 输出做单元测试级别的断言（如包含特定键、JSON 格式合法、毒性检测），但尚未集成到 CI/CD 流水线中形成事故阻断能力。更根本的困难在于 Skills 的非确定性：同样的输入可能产生不同但均合理的输出，传统断言失效，需要模型辅助评估（如 LLM-as-a-Judge）并辅以人工抽样。此外，Skill 版本管理、灰度发布、运行时监控（如 token 消耗、延迟分布、工具失败率）等可观测性能力也严重匮乏。在金融、医疗等强监管领域，这一缺失直接阻碍了 AI Skill 从实验走向生产。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08792" cy="914400"/>
        </p:xfrm>
        <a:graphic>
          <a:graphicData uri="http://schemas.openxmlformats.org/drawingml/2006/table">
            <a:tbl>
              <a:tblPr/>
              <a:tblGrid>
                <a:gridCol w="2181758"/>
                <a:gridCol w="2181758"/>
                <a:gridCol w="2181758"/>
                <a:gridCol w="2181758"/>
                <a:gridCol w="218175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方案/框架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LangChain / LangGraph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Python/JS 生态的 Skill 构建与编排框架；LangGraph 专为有状态多 Actor 图设计，支持检查点、分支和人工介入。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社区活跃、工具链丰富（文档加载、向量库、工具集成）；高度可控的图执行；可定制记忆/状态。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抽象层过多导致调试困难；版本迭代快，API 不稳定；对于简单任务显得过重。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需要精细编排的复杂 Agent 工作流，如多步骤数据分析、代码生成审查流水线。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OpenAI GPTs / Assistants API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低代码/无代码方式封装 Skill：指令、知识库、工具（Code Interpreter, File Search, Function Calling），托管执行。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构建门槛极低，快速原型；内置知识检索与代码执行，免运维；与 ChatGPT 生态打通，分发便利。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编排能力有限（单 Agent 线性为主）；黑盒运行，状态控制弱；供应商锁定，成本不可控。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面向业务人员或轻量自动化场景，如客服知识库、文档问答、内部工具助手。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Microsoft Semantic Kernel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企业级 AI Skill SDK（C#, Python, Java），以插件（Plugin）形式组织 Skill，包含 Planner 和连接器，深度集成 Azure 与 M365。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与微软生态（Teams, Copilot, Graph）无缝对接；强调安全与合规；支持多语言；长流程编排能力。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学习曲线陡峭；社区规模小于 LangChain；功能迭代偏保守；主要绑定 Azure 服务。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大型企业的内部智能体建设，需 Active Directory 鉴权、合规化数据访问和复杂业务流程自动化。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Anthropic Tool Use / MCP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底层 tool use API + 标准化的 Model Context Protocol (MCP) 用于工具/资源/提示的发现与集成，不提供高层编排。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协议开源、标准化，鼓励第三方 Skill 服务器可插拔；模型本身 tool calling 精度高、安全取向。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目前仅 Claude 原生支持；编排需自行实现或借助其他框架；协议尚在早期，生态待丰富。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需要安全、可审计的工具调用，尤其是代码执行和高敏感数据操作；构建跨模型 Skill 生态系统。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27432" cy="4480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12801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发布 ChatGPT，引爆大模型应用浪潮，用户开始通过精心构造的 system prompt 实现隐含“技能”。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15568" y="19202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发布 Chat Completions API 与初版 function calling，使模型能够结构化调用外部工具，第一次将工具使用从 prompt 黑客变成工程特性。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25603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快速崛起，提出了 Chain、Agent、Tool 的抽象，开源社区开始大规模尝试 Skill 化封装，同时 AutoGPT 等自主 Agent 项目爆发。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5568" y="32004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315468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推出 GPTs 与 Assistants API，内置 Code Interpreter、知识库检索和 function calling 的完整托管 Skill 单元，标志着 Skill 商业化的起点。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15568" y="38404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2024 年初，LangGraph 发布，引入有状态多 Actor 模型和检查点机制，使 Skill 编排从无状态链跨入可暂停、可恢复的复杂流程。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44805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434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60320" y="443484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正式推出 Tool Use 功能与配套的提示指南，凭借优异的指令遵循和拒绝风险能力，为高安全场景的 Skill 工程提供新选项。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5568" y="51206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2024-10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60320" y="507492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开源 Model Context Protocol (MCP)，旨在标准化 AI 应用与工具/数据源之间的接口，推动 Skill 组件的互操作性和开放市场。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接口标准化与互操作市场形成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 as Code 到 Skill as Code 的全生命周期管理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确定性推理与 Skill 执行混合编排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安全边界与权限治理成为架构基石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数据科学领域的 Skills 专用化与自动化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建立团队 Skill 注册中心与版本策略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 Skill 自动化测试流水线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引入有状态编排能力，为复杂流程做准备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Function Calling Schema 与权限缓冲层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 Skill 设计师角色，建立跨职能共建机制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来源与参考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Assistants API 文档 — 官方 Assistants API 功能说明，涵盖工具、文件检索和代码解释器。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概念与检查点指南 — LangGraph 的有状态图、检查点与 Actor 模型详解。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Semantic Kernel 文档 — 企业级 AI Skill SDK，插件化 Skill 与 Planner 编排说明。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MCP 协议仓库 — 标准化 Model Context Protocol，用于工具/资源发现与安全调用。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promptfoo: LLM Testing and Evaluation — 开源 LLM 输出测试框架，支持断言、对比和回归测试。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Google: Agents (白皮书) — 2024 年关于 AI Agent 架构与生产部署的白皮书，论述 Skill 编排与安全。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Building effective agents (Anthropic 博客) — 2024 年底 Anthropic 工程师分享的 Agent 与 Skill 设计最佳实践，强调简约与可组合性。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  ·  模型: claude  ·  $0.0559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时代软件工程中的skill工程能力建设方向分析-DS</dc:title>
  <dc:subject>PptxGenJS Presentation</dc:subject>
  <dc:creator>DeepDive Insight Agent</dc:creator>
  <cp:lastModifiedBy>DeepDive Insight Agent</cp:lastModifiedBy>
  <cp:revision>1</cp:revision>
  <dcterms:created xsi:type="dcterms:W3CDTF">2026-04-28T01:41:49Z</dcterms:created>
  <dcterms:modified xsi:type="dcterms:W3CDTF">2026-04-28T01:41:49Z</dcterms:modified>
</cp:coreProperties>
</file>