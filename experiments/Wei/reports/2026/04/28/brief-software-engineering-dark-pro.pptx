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400300"/>
            <a:ext cx="137160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109087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软件工程每日 Brief — 2026-04-28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C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开发工具动态速览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今日要闻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GitHub Copilot 将于6月起转向用量计费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OpenAI 开源 Symphony：将 Issue 跟踪器变为 AI Agent 系统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Claude Code 质量报告更新，社区重新评估其替代价值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Copilot 转向使用量计费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自2026年6月1日起，GitHub Copilot 将放弃固定订阅模式，改为基于 AI Credits 的用量计费。开发者需按实际消耗付费。这一变化将引发个人与团队重新评估成本，也可能催生按需使用的编程习惯。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计费变更关键点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336194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361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生效日期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76344" y="1371600"/>
            <a:ext cx="336194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276344" y="1463040"/>
            <a:ext cx="3361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固定订阅 → AI Credits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276344" y="192024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计费方式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12608" y="1371600"/>
            <a:ext cx="336194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912608" y="1463040"/>
            <a:ext cx="3361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Copilot 用户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12608" y="192024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影响对象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336194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3361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成本评估与使用节制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预期影响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开源 Symphony 规范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Symphony 是一种开源编排规范，能将 GitHub Issues 等任务跟踪器转化为永不停机的 AI Agent 系统。它可自动拆分任务、召唤代码生成，减少开发者上下文切换，大幅提升工程输出效率。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质量报告更新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多份最新质量报告显示 Claude Code 在复杂编程任务中表现出现波动。社区正重新评估其对 Copilot 等工具的替代价值，这对 AI 编程助手选型具有重要参考意义。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值得一看的事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与微软修订合作协议，明确长期 AI 创新框架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 系列模型发布，性能前沿且成本极低，可运行于华为昇腾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GPT-5.5 官方提示指南发布，总结代码生成等最佳交互方式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Simon Willison 发布 llm 0.31，增强多模型支持与插件能力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AIE Europe 会后专题探讨 Agent Labs 与无监督学习前沿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主要动态对比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08792" cy="914400"/>
        </p:xfrm>
        <a:graphic>
          <a:graphicData uri="http://schemas.openxmlformats.org/drawingml/2006/table">
            <a:tbl>
              <a:tblPr/>
              <a:tblGrid>
                <a:gridCol w="3636264"/>
                <a:gridCol w="3636264"/>
                <a:gridCol w="363626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工具/项目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关键变化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影响/优势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GitHub Copilot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转向用量计费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推动按需使用，成本优化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Symphony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开源编排规范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将 Issues 变 Agent，减少上下文切换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Claude Code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质量报告波动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需重新评估替代价值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 关键指标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336194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361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接近前沿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性能水平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76344" y="1371600"/>
            <a:ext cx="336194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276344" y="1463040"/>
            <a:ext cx="3361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极低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276344" y="192024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训练/推理成本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12608" y="1371600"/>
            <a:ext cx="336194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912608" y="1463040"/>
            <a:ext cx="3361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12608" y="192024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芯片支持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0.31 使用示例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08792" cy="365760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1036015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'explain this code' -m gpt-5.5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  ·  $0.0000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软件工程每日 Brief — 2026-04-28</dc:title>
  <dc:subject>PptxGenJS Presentation</dc:subject>
  <dc:creator>DeepDive Insight Agent</dc:creator>
  <cp:lastModifiedBy>DeepDive Insight Agent</cp:lastModifiedBy>
  <cp:revision>1</cp:revision>
  <dcterms:created xsi:type="dcterms:W3CDTF">2026-04-28T06:15:10Z</dcterms:created>
  <dcterms:modified xsi:type="dcterms:W3CDTF">2026-04-28T06:15:10Z</dcterms:modified>
</cp:coreProperties>
</file>