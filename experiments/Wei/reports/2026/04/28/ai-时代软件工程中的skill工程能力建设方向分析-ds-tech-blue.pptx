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4003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时代软件工程中的skill工程能力建设方向分析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报告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软件工程重用单元从“代码组件”转向“认知技能（Skill）”：Skill 成为推理、工具调用、记忆与知识检索的标准封装单元。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有状态多 Agent 协作（DAG、状态机）取代单次 function calling，Skill 编排成为核心工程挑战。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Skill 的评估、测试与持续交付体系严重滞后，缺乏自动化质量门禁，是工程化落地最薄弱环节。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发现1：Skill 正成为显性工程资产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传统复用单元为函数、类、服务，由开发者编码。AI 时代大量业务逻辑由大模型根据自然语言指令、RAG、工具调用动态组合。Skill 封装完整认知任务：system prompt、工具列表、检索配置、few-shot 示例、输出格式规范。例如微软 Semantic Kernel 将 Skill 视为具有语义描述的可执行函数集合，OpenAI GPTs 将指令、知识、内置能力打包为可发布单元。Skill 从隐形逻辑变为需要版本控制、自动化测试、依赖管理的一等公民资产，对团队治理提出新要求。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封装的核心元素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prompt（角色与约束）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工具列表（API 或数据源）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检索配置（向量库索引）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Few-shot 示例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输出格式规范（JSON schema 等）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发现2：从线性链到有状态多 Agent 协奏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 LLM 应用采用线性 Chain，2024 年起 Skill 编排转向有状态多 Agent 协作。LangGraph 引入检查点机制，支持循环、分支、暂停等待人工审批。数据科学场景中，不同 Skill（数据分析师、代码审查、调度、可视化等）通过共享状态和消息总线协同工作。Autogen、CrewAI 等框架增加 Agent 角色分配与子任务委托，将 Skill 编排提升为“数字团队”设计，而不仅仅是 prompt chaining。状态管理（共享黑板、向量记忆）成为基础设施。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发现3：Skill 评估与质量保障严重缺失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核心业务逻辑沉淀为 Skills 后，质量保障远未达到传统软件成熟度。Tool calling 准确性、RAG 召回率、幻觉控制、输出格式合规性等难以单次人工评估覆盖。promptfoo 等工具支持单元测试级别的断言，但尚未集成 CI/CD 形成阻断。根本困难在于 Skills 的非确定性，传统断言失效，需 LLM-as-a-Judge 与人工抽样结合。版本管理、灰度发布、运行时监控（token 消耗、延迟、工具失败率）等可观测性能力匮乏，在强监管行业直接阻碍生产落地。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 (1/2)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08792" cy="914400"/>
        </p:xfrm>
        <a:graphic>
          <a:graphicData uri="http://schemas.openxmlformats.org/drawingml/2006/table">
            <a:tbl>
              <a:tblPr/>
              <a:tblGrid>
                <a:gridCol w="2181758"/>
                <a:gridCol w="2181758"/>
                <a:gridCol w="2181758"/>
                <a:gridCol w="2181758"/>
                <a:gridCol w="218175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方案/框架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LangChain / LangGraph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Python/JS 编排框架；LangGraph 支持有状态图、检查点、分支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社区活跃，工具链丰富，高度可控；可定制记忆/状态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抽象层多调试困难，API 迭代快，简单任务过重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需精细编排的复杂 Agent 工作流，如多步数据分析、代码审查流水线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OpenAI GPTs / Assistants API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低代码封装 Skill：指令、知识库、工具，托管执行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门槛极低，快速原型，内置检索与代码执行，免运维，与 ChatGPT 生态打通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编排能力有限，黑盒运行，状态控制弱，供应商锁定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业务人员或轻量自动化，如客服知识库、文档问答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 (2/2)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08792" cy="914400"/>
        </p:xfrm>
        <a:graphic>
          <a:graphicData uri="http://schemas.openxmlformats.org/drawingml/2006/table">
            <a:tbl>
              <a:tblPr/>
              <a:tblGrid>
                <a:gridCol w="2181758"/>
                <a:gridCol w="2181758"/>
                <a:gridCol w="2181758"/>
                <a:gridCol w="2181758"/>
                <a:gridCol w="218175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方案/框架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Microsoft Semantic Kernel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企业级 SDK，插件式 Skill，Planner，深度集成 Azure/M365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微软生态无缝对接，强调安全合规，多语言，长流程编排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学习曲线陡峭，社区规模小，迭代保守，绑定 Azure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大型企业内部智能体，需 AD 鉴权、合规数据访问与复杂流程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Anthropic Tool Use / MCP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底层 tool use API + MCP 标准协议用于工具/资源发现与集成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协议开源标准化，可插拔 Skill，tool calling 精度高，安全取向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仅 Claude 原生支持，编排需自行实现，协议早期生态待丰富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高安全工具调用，代码执行，敏感数据操作；跨模型 Skill 生态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097280"/>
            <a:ext cx="27432" cy="4160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887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8805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发布，用户通过 system prompt 实现隐含“技能”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3272" y="178308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8805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推出 Chat Completions API 与 function calling，工具调用工程化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33272" y="237744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331720"/>
            <a:ext cx="8805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崛起，AutoGPT 等项目爆发 Skill 封装尝试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3272" y="297180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2023-11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2926080"/>
            <a:ext cx="8805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GPTs 与 Assistants API 发布，Skill 商业化起点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3272" y="356616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520440"/>
            <a:ext cx="8805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推出有状态多 Actor 与检查点机制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33272" y="41605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4114800"/>
            <a:ext cx="8805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推出 Tool Use 与安全提示指南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33272" y="475488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4709160"/>
            <a:ext cx="8805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开源 MCP，推动 Skill 接口标准化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接口标准化与互操作市场形成（类似 Skill Store）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Prompt as Code 到 Skill as Code 的全生命周期管理，专属注册中心、CI/CD 与蓝绿部署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确定性推理与 Skill 执行混合编排，符号规则保证关键逻辑可靠性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安全边界与权限治理成为架构基石，每个 Skill 有独立 ACL 和审计日志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数据科学领域 Skills 专用化与自动化，分析师通过组装 Skills 完成工作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建立团队 Skill 注册中心与版本策略，纳入 Git 控制，禁止直接修改生产 prompt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 Skill 自动化测试流水线：断言 + LLM-as-a-Judge，CI 集成硬性质量门禁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引入有状态编排能力，使用 LangGraph 等实现检查点恢复、分支与人工介入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Function Calling Schema 与权限缓冲层，通过 API Gateway 进行鉴权、限流与审计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 Skill 设计师角色，建立“领域专家 + 数据科学家 + 软件工程师”共建机制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  ·  模型: claude  ·  $0.0559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时代软件工程中的skill工程能力建设方向分析-DS</dc:title>
  <dc:subject>PptxGenJS Presentation</dc:subject>
  <dc:creator>DeepDive Insight Agent</dc:creator>
  <cp:lastModifiedBy>DeepDive Insight Agent</cp:lastModifiedBy>
  <cp:revision>1</cp:revision>
  <dcterms:created xsi:type="dcterms:W3CDTF">2026-04-28T06:06:17Z</dcterms:created>
  <dcterms:modified xsi:type="dcterms:W3CDTF">2026-04-28T06:06:17Z</dcterms:modified>
</cp:coreProperties>
</file>