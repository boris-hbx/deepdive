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4003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软件工程每日 Brief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今日速览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GitHub Copilot 6月起转向 AI Credits 用量计费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OpenAI 开源 Symphony 规范：将 Issue 跟踪器变为 AI Agent 系统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Claude Code 质量报告更新，社区重新评估其竞争力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DeepSeek V4 系列发布，接近前沿性能且训练/推理成本极低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GPT-5.5 官方提示指南发布，优化代码生成交互方式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Copilot 转向使用量计费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 2026年6月1日起，GitHub Copilot 将从固定订阅模式切换为基于 AI Credits 的按量计费。开发者需按照实际代码建议与交互次数消耗额度，固定付费方案将逐步退出。这一变化将重塑个人与团队的 AI 编程成本模型，迫使团队更精细地管理使用频次、评估投入产出比，并可能催生新的按需优化工作流。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计费调整的影响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预算从固定支出转为弹性可变，需实时监控 AI 消耗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推动开发者节制不必要的 AI 调用，聚焦高价值场景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团队需重新评估 Copilot 对整体工程效能的实际 ROI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可能加速轻量级、本地化辅助工具的替代探索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开源 Symphony 规范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发布 Symphony 开源编排规范，将 GitHub Issues 等传统任务跟踪器升级为永不停机的 AI Agent 系统。它能够自动理解任务描述、拆分为子任务、调度代码生成与审查，并在多步骤工作流中维持上下文，从而大幅减少开发者频繁切换场景所带来的损耗，显著提升工程产出速率。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Symphony 核心能力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GitHub Issue 直接转化为可执行的 AI Agent 任务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自动拆分复杂需求为可验证的子任务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按需召唤代码生成、修复与测试模块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维持长链路上下文，降低开发者认知负担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开源开放，允许集成自定义工具链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质量报告更新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最新汇总的 Claude Code 质量报告显示，其在复杂编程任务中的表现出现波动，输出一致性与成功率有所衰退。社区正在重新评估 Claude Code 相对 GitHub Copilot 及其他工具的比较优势，这些讨论对团队未来 AI 编程助手选型具有重要参考价值，也提示单一模型信任风险需要被重视。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其他值得一看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与微软修订合作框架，为 AI 创新与规模化提供更清晰的商业路线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 系列发布，训练/推理成本极低，已可在华为昇腾芯片上运行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GPT-5.5 官方提示指南发布，总结新模型代码生成等任务的最佳交互实践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Simon Willison 发布 llm 0.31，增强多模型支持与插件能力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AIE Europe 会后专题深入探讨 Agent Labs 与无监督学习前沿方向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2026-04-28  ·  $0.0000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软件工程每日 Brief — 2026-04-28</dc:title>
  <dc:subject>PptxGenJS Presentation</dc:subject>
  <dc:creator>DeepDive Insight Agent</dc:creator>
  <cp:lastModifiedBy>DeepDive Insight Agent</cp:lastModifiedBy>
  <cp:revision>1</cp:revision>
  <dcterms:created xsi:type="dcterms:W3CDTF">2026-04-28T06:08:05Z</dcterms:created>
  <dcterms:modified xsi:type="dcterms:W3CDTF">2026-04-28T06:08:05Z</dcterms:modified>
</cp:coreProperties>
</file>