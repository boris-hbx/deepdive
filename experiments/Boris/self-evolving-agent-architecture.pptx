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Self-Evolving Agent 架构总结。灵感来源：Live-SWE-agent 自进化思路。experiments/Boris/ · spec/003-self-evolving-agent.md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900000"/>
            <a:ext cx="10751695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Self-Evolving Agent — 架构与系统流程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72000"/>
            <a:ext cx="288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88000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微软雅黑"/>
                <a:ea typeface="微软雅黑"/>
              </a:rPr>
              <a:t>Boris · DeepDive Project · 2026-05-02 · 灵感来源：Live-SWE-agent 自进化思路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07999"/>
            <a:ext cx="10751695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01  Boris 工程总览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216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15999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微软雅黑"/>
                <a:ea typeface="微软雅黑"/>
              </a:rPr>
              <a:t>DeepDive 洞察探索应用 · Boris 实验目录 · Agentic SE 每日信息采集与洞察生成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Boris 工程总览 — 目录结构与数据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agent/ — 自进化 Agent 核心代码（loop.py / reflect.py / tool_manager.py / prompts / tools）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config/ — 信息源配置 sources.yaml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daily-report/ — 洞察报告输出 (.md)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scripts/ — 构建脚本 md2html / build-pages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_site/ — 静态站点输出 GitHub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当前状态：8 Tools · 3 Core Modules · 11 Reports · 1 Day 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07999"/>
            <a:ext cx="10751695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02  核心理念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216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15999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微软雅黑"/>
                <a:ea typeface="微软雅黑"/>
              </a:rPr>
              <a:t>Agent 不只用工具，还能创造工具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传统 Agent vs Self-Evolving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传统 Agent：固定工具集 → 遇到新任务类型时无能为力；人工编写每个工具 → 扩展慢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Self-Evolving Agent：动态工具库 → 遇到新模式自动生成工具；反思循环 → 识别可复用操作并沉淀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工具积累效应 → 越用越强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设计原则：单 Agent 单循环、轻量版本管理（archive/ 归档）、CLI 驱动 python -m agent "任务"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07999"/>
            <a:ext cx="10751695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03  分层架构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216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15999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微软雅黑"/>
                <a:ea typeface="微软雅黑"/>
              </a:rPr>
              <a:t>从 LLM 到用户工程的 5 层架构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分层架构图 — 5 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Layer 5 · USER PROJECT — DeepDive 应用 / experiments/Boris/ / daily-report / _site GitHub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Layer 4 · SELF-EVOLVING AGENT — AgentLoop (loop.py) / Reflect (reflect.py) / ToolManager / Prompts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Layer 3 · DYNAMIC TOOL LIBRARY — fetch_hn / fetch_rss / search-web / search-arxiv / filter-by-date / +3 more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Layer 2 · LLM SERVICE — Claude Opus 4.6 / anthropic SDK / 4 种 LLM 调用模式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Layer 1 · EXTERNAL DATA SOURCES — Hacker News / RSS Feeds / DuckDuckGo / arXiv / Google News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模块关系图 — Agent 内部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CLI Input (python -m agent) → AgentLoop (loop.py: plan → act → reflect)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AgentLoop → ToolManager (list/execute) + Reflect (assess + generate_tool)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Reflect → Tools Library (tools/ + registry.json, 8 tools, archive/)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AgentLoop + Reflect → Claude API (Opus 4.6, anthropic SDK)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AgentLoop → Daily Report (daily-report/*.md) + changelog.md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07999"/>
            <a:ext cx="10751695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05  主循环流程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216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15999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微软雅黑"/>
                <a:ea typeface="微软雅黑"/>
              </a:rPr>
              <a:t>Plan → Act → Reflect → Evolve →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主循环：Plan → Act → Reflect → Evolve →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1. Plan — LLM 分析任务，选择工具 + 生成步骤，输出 JSON {approach, steps}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2. Execute — 有匹配工具 → subprocess 调用；无匹配工具 → LLM 直接执行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3. Reflect — 评估执行结果，判断 need_new_tool?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4. Evolve — 生成/改进工具，写入 tools/ + 注册到 registry.json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5. Report — 生成洞察报告 .md → daily-report/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关键：新工具在下次循环自动可用（工具积累效应）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反思与自进化机制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创建新工具条件：同样操作出现 2 次以上 / 当前步骤可复用 / 发现通用数据获取或处理模式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改进工具条件：现有工具暴露不足 / 新需求超出能力范围 / 旧版自动归档到 archive/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反思输出格式：{step_assessment, need_new_tool, tool_spec: {name, description, language, args}, reasoning}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工具生成流程：Reflect 判定 → Claude API (create_tool.md) → 语法校验 compile() 最多 3 次 → 写入 tools/ → 下次可用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工具生成流程 — 脚本约定与版本归档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脚本约定：独立 Python 脚本 · CLI 参数 · stdout/stderr · 标准库优先 · if __name__ == '__main__'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版本归档：旧版 → archive/&lt;name&gt;/v{N}_{date}.py · 新版覆盖 · registry version +1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语法校验：compile() 验证 · 失败含错误信息重试 · 最多 3 次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自动发现：新工具写入 tools/ 并更新 registry.json 后，下次循环自动可用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当前工具库 — 8 个工具，1 天内自动演进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fetch_hn (种子 v1, 20次) — HN 关键词搜索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fetch_rss (种子 v1, 1次) — RSS 订阅解析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filter-by-date (自动 v2, 5次) — 日期过滤含 Unix 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fetch-url-text (自动 v1) — 网页正文抓取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search-web (自动 v1, 4次) — DuckDuckGo 搜索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search-web-news (自动 v1, 4次) — 多源新闻聚合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search-arxiv (自动 v1, 3次) — arXiv 论文搜索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batch-fetch-summarize (自动 v1, 1次) — 批量抓取+摘要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6/8 工具由 Agent 自动生成 (75%)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4 种 LLM 调用模式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Plan — 任务 + 工具清单 → JSON 计划 (max_tokens: 1024)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Execute (LLM) — 无工具时 LLM 直接执行 (max_tokens: 4096, 输入: task + step + prev_output)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Reflect — 步骤结果 → 工具需求判断 (max_tokens: 1024, prompt: reflect.md)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Generate Tool — tool_spec → Python 脚本 (max_tokens: 4096, 3 retries, prompt: create_tool.md)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Report Generation — raw_data → 结构化中文洞察报告 (max_tokens: 4096)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演进时间线 — 2026-05-02 单日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reflect: 复用 fetch_hn → 无需新工具，首次验证工具复用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create: filter-by-date → 识别"日期过滤"为通用模式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fix: filter-by-date v2 → 修复损坏实现 + 支持 Unix 时间戳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create: fetch-url-text → 需要读取原文正文写深度报告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create: search-web-news → HN 单一源覆盖不足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create: search-web → 通用搜索能力缺失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create: search-arxiv → 需要学术论文搜索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create: batch-fetch-summarize → 多源深度调研需求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reflect ×2: 工具链完备 → 无需新增，进入稳态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07999"/>
            <a:ext cx="10751695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12  关键设计决策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216000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015999"/>
            <a:ext cx="10751695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微软雅黑"/>
                <a:ea typeface="微软雅黑"/>
              </a:rPr>
              <a:t>独立脚本 · JSON Registry · 反思执行分离 · 明确不做的事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关键设计决策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为什么用独立脚本？进程隔离（崩溃不影响 Agent）、语言无关、可独立测试、Unix 哲学 stdin/stdout/exit code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为什么用 JSON registry？人类可读 git 友好、无额外依赖、工具量级 O(10)、配合 changelog 完整审计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为什么反思和执行分离？执行关注"做什么"、反思关注"学到什么"、可独立调优 prompt、结果可追溯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明确不做：不做多 Agent 编排、不做工具沙箱隔离、不做自动部署、不做工具质量自动评估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11111695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Summary — Self-Evolving Agent = Plan + Act + Reflect + Evolve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8000"/>
            <a:ext cx="11111695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24000"/>
            <a:ext cx="11111695" cy="527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已验证：工具积累效应有效 · 1 天 2→8 工具 · 反思循环能识别可复用模式 · 端到端洞察报告可用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下一步：工具质量自动评估 · 多步反思（当前仅 1 轮）· 工具组合推荐 · Benchmark 对标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技术栈：Python 3.10+ · Claude Opus 4.6 · anthropic SDK · GitHub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▸ python -m agent "你的任务" — 就这么简单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