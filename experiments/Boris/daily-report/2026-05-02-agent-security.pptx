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这是从 Hacker News 19 条扫描中筛选出的 8 条核心发现的综合分析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Coding Agent 安全态势洞察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2026-05-02 · DeepDive Boris · from b-agent-05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一、Agent 自己就会搞砸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真实安全问题分类 — 无需攻击者介入的故障模式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恶意文件触发 Agent 自我拒绝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Claude Code 回归问题：仓库中恶意软件提醒文件触发 agent 内部安全检查</a:t>
            </a:r>
          </a:p>
          <a:p>
            <a:pPr/>
            <a:r>
              <a:t>子 agent 拒绝执行正常任务 — 不是外部攻击，是安全机制误判</a:t>
            </a:r>
          </a:p>
          <a:p>
            <a:pPr/>
            <a:r>
              <a:t>直接阻断开发流程，251 分社区关注度说明已是广泛痛点</a:t>
            </a:r>
          </a:p>
          <a:p>
            <a:pPr/>
            <a:r>
              <a:t>来源：github.com/anthropics/claude-code/issues/49363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违反数据库隐含假设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传统数据库假设调用方是确定性程序，遵守事务边界和并发控制</a:t>
            </a:r>
          </a:p>
          <a:p>
            <a:pPr/>
            <a:r>
              <a:t>Agent 打破假设：重复写操作、忽略锁机制、不理解 schema 就执行 DDL</a:t>
            </a:r>
          </a:p>
          <a:p>
            <a:pPr/>
            <a:r>
              <a:t>无需攻击者 — agent 按自己的"理解"操作就足以造成数据损坏</a:t>
            </a:r>
          </a:p>
          <a:p>
            <a:pPr/>
            <a:r>
              <a:t>来源：arpitbhayani.me/blogs/defensive-databases/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Harness 应置于沙箱之外 + 开发者倦怠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Harness（约束层）不应与 agent 共享执行环境</a:t>
            </a:r>
          </a:p>
          <a:p>
            <a:pPr/>
            <a:r>
              <a:t>否则 agent 有能力修改自身约束规则、绕过权限检查</a:t>
            </a:r>
          </a:p>
          <a:p>
            <a:pPr/>
            <a:r>
              <a:t>策略执行层必须独立于被控制对象 — 与 AWS Cedar 思路一致</a:t>
            </a:r>
          </a:p>
          <a:p>
            <a:pPr/>
            <a:r>
              <a:t>开发者因无法信任 agent 而倦怠："人在回路"变成"人被困在回路里"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二、确定性策略 vs. 非确定性 LLM 判断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核心矛盾：用非确定性系统判断自身行为是否安全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核心矛盾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同一操作，不同结果：相同请求可能被放行也可能被拒绝</a:t>
            </a:r>
          </a:p>
          <a:p>
            <a:pPr/>
            <a:r>
              <a:t>安全规则不可审计：LLM 内部判断无法被外部验证或形式化证明</a:t>
            </a:r>
          </a:p>
          <a:p>
            <a:pPr/>
            <a:r>
              <a:t>规模化后失控：100 个 agent 同时运行，每个安全行为都是概率性的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AWS Cedar 思路的启示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内置判断：概率性、黑箱、与 agent 共享上下文</a:t>
            </a:r>
          </a:p>
          <a:p>
            <a:pPr/>
            <a:r>
              <a:t>确定性策略引擎：相同输入必定相同输出、策略即代码、可测试可审计</a:t>
            </a:r>
          </a:p>
          <a:p>
            <a:pPr/>
            <a:r>
              <a:t>关键转变：将安全决策从 agent 内部抽离到外部确定性策略层</a:t>
            </a:r>
          </a:p>
          <a:p>
            <a:pPr/>
            <a:r>
              <a:t>Agent 请求执行操作，批准/拒绝由独立策略引擎基于明确规则做出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三、值得关注的信号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业界动态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值得一看的事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GLM-5 规模化服务 coding agent 的调试经验 — z.ai/blog/scaling-pain</a:t>
            </a:r>
          </a:p>
          <a:p>
            <a:pPr/>
            <a:r>
              <a:t>学术界开始系统化研究 agent harness 工程 — arxiv.org/abs/2604.25850</a:t>
            </a:r>
          </a:p>
          <a:p>
            <a:pPr/>
            <a:r>
              <a:t>Claude Code 仍不支持 AGENTS.md 声明式规则约束 — issue #6235</a:t>
            </a:r>
          </a:p>
          <a:p>
            <a:pPr/>
            <a:r>
              <a:t>400 行 shell 实现完整 coding agent harness — pu.dev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今日观察小结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核心信号：coding agent 安全问题不是"会不会被攻击"，而是"agent 自己就会出错"</a:t>
            </a:r>
          </a:p>
          <a:p>
            <a:pPr/>
            <a:r>
              <a:t>应对方向正在收敛：harness 置于沙箱外、确定性策略引擎、声明式规则</a:t>
            </a:r>
          </a:p>
          <a:p>
            <a:pPr/>
            <a:r>
              <a:t>与 AWS Cedar 设计哲学一致：安全不应该是"大概率正确"，必须是确定性的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